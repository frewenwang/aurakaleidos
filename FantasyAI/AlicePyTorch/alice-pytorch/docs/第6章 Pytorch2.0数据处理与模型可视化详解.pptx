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1"/>
  </p:notesMasterIdLst>
  <p:sldIdLst>
    <p:sldId id="256" r:id="rId2"/>
    <p:sldId id="258" r:id="rId3"/>
    <p:sldId id="270" r:id="rId4"/>
    <p:sldId id="271" r:id="rId5"/>
    <p:sldId id="272" r:id="rId6"/>
    <p:sldId id="273" r:id="rId7"/>
    <p:sldId id="278" r:id="rId8"/>
    <p:sldId id="274" r:id="rId9"/>
    <p:sldId id="269" r:id="rId10"/>
  </p:sldIdLst>
  <p:sldSz cx="9144000" cy="6858000" type="screen4x3"/>
  <p:notesSz cx="6858000" cy="9144000"/>
  <p:defaultTex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j-lt"/>
        <a:ea typeface="+mj-ea"/>
        <a:cs typeface="+mj-cs"/>
        <a:sym typeface="Calibri"/>
      </a:defRPr>
    </a:lvl1pPr>
    <a:lvl2pPr marL="0" marR="0" indent="4572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j-lt"/>
        <a:ea typeface="+mj-ea"/>
        <a:cs typeface="+mj-cs"/>
        <a:sym typeface="Calibri"/>
      </a:defRPr>
    </a:lvl2pPr>
    <a:lvl3pPr marL="0" marR="0" indent="9144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j-lt"/>
        <a:ea typeface="+mj-ea"/>
        <a:cs typeface="+mj-cs"/>
        <a:sym typeface="Calibri"/>
      </a:defRPr>
    </a:lvl3pPr>
    <a:lvl4pPr marL="0" marR="0" indent="13716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j-lt"/>
        <a:ea typeface="+mj-ea"/>
        <a:cs typeface="+mj-cs"/>
        <a:sym typeface="Calibri"/>
      </a:defRPr>
    </a:lvl4pPr>
    <a:lvl5pPr marL="0" marR="0" indent="18288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j-lt"/>
        <a:ea typeface="+mj-ea"/>
        <a:cs typeface="+mj-cs"/>
        <a:sym typeface="Calibri"/>
      </a:defRPr>
    </a:lvl5pPr>
    <a:lvl6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j-lt"/>
        <a:ea typeface="+mj-ea"/>
        <a:cs typeface="+mj-cs"/>
        <a:sym typeface="Calibri"/>
      </a:defRPr>
    </a:lvl6pPr>
    <a:lvl7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j-lt"/>
        <a:ea typeface="+mj-ea"/>
        <a:cs typeface="+mj-cs"/>
        <a:sym typeface="Calibri"/>
      </a:defRPr>
    </a:lvl7pPr>
    <a:lvl8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j-lt"/>
        <a:ea typeface="+mj-ea"/>
        <a:cs typeface="+mj-cs"/>
        <a:sym typeface="Calibri"/>
      </a:defRPr>
    </a:lvl8pPr>
    <a:lvl9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j-lt"/>
        <a:ea typeface="+mj-ea"/>
        <a:cs typeface="+mj-cs"/>
        <a:sym typeface="Calibri"/>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940675A-B579-460E-94D1-54222C63F5DA}">
  <a:tblStyle styleId="{4C3C2611-4C71-4FC5-86AE-919BDF0F9419}" styleName="">
    <a:tblBg/>
    <a:wholeTbl>
      <a:tcTxStyle b="off" i="off">
        <a:fontRef idx="maj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CFD7E7"/>
          </a:solidFill>
        </a:fill>
      </a:tcStyle>
    </a:wholeTbl>
    <a:band2H>
      <a:tcTxStyle/>
      <a:tcStyle>
        <a:tcBdr/>
        <a:fill>
          <a:solidFill>
            <a:srgbClr val="E8ECF4"/>
          </a:solidFill>
        </a:fill>
      </a:tcStyle>
    </a:band2H>
    <a:firstCol>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firstCol>
    <a:la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lastRow>
    <a:fir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firstRow>
  </a:tblStyle>
  <a:tblStyle styleId="{C7B018BB-80A7-4F77-B60F-C8B233D01FF8}" styleName="">
    <a:tblBg/>
    <a:wholeTbl>
      <a:tcTxStyle b="off" i="off">
        <a:fontRef idx="maj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DEE7D0"/>
          </a:solidFill>
        </a:fill>
      </a:tcStyle>
    </a:wholeTbl>
    <a:band2H>
      <a:tcTxStyle/>
      <a:tcStyle>
        <a:tcBdr/>
        <a:fill>
          <a:solidFill>
            <a:srgbClr val="EFF3E9"/>
          </a:solidFill>
        </a:fill>
      </a:tcStyle>
    </a:band2H>
    <a:firstCol>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firstCol>
    <a:la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lastRow>
    <a:fir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firstRow>
  </a:tblStyle>
  <a:tblStyle styleId="{EEE7283C-3CF3-47DC-8721-378D4A62B228}" styleName="">
    <a:tblBg/>
    <a:wholeTbl>
      <a:tcTxStyle b="off" i="off">
        <a:fontRef idx="maj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FCDCCE"/>
          </a:solidFill>
        </a:fill>
      </a:tcStyle>
    </a:wholeTbl>
    <a:band2H>
      <a:tcTxStyle/>
      <a:tcStyle>
        <a:tcBdr/>
        <a:fill>
          <a:solidFill>
            <a:srgbClr val="FDEEE8"/>
          </a:solidFill>
        </a:fill>
      </a:tcStyle>
    </a:band2H>
    <a:firstCol>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firstCol>
    <a:la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lastRow>
    <a:fir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firstRow>
  </a:tblStyle>
  <a:tblStyle styleId="{CF821DB8-F4EB-4A41-A1BA-3FCAFE7338EE}" styleName="">
    <a:tblBg/>
    <a:wholeTbl>
      <a:tcTxStyle b="off" i="off">
        <a:fontRef idx="major">
          <a:srgbClr val="000000"/>
        </a:fontRef>
        <a:srgbClr val="000000"/>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rgbClr val="E6E6E6"/>
          </a:solidFill>
        </a:fill>
      </a:tcStyle>
    </a:wholeTbl>
    <a:band2H>
      <a:tcTxStyle/>
      <a:tcStyle>
        <a:tcBdr/>
        <a:fill>
          <a:solidFill>
            <a:srgbClr val="FFFFFF"/>
          </a:solidFill>
        </a:fill>
      </a:tcStyle>
    </a:band2H>
    <a:firstCol>
      <a:tcTxStyle b="on" i="off">
        <a:fontRef idx="major">
          <a:srgbClr val="FFFFFF"/>
        </a:fontRef>
        <a:srgbClr val="FFFFFF"/>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chemeClr val="accent1"/>
          </a:solidFill>
        </a:fill>
      </a:tcStyle>
    </a:firstCol>
    <a:lastRow>
      <a:tcTxStyle b="on" i="off">
        <a:fontRef idx="major">
          <a:srgbClr val="000000"/>
        </a:fontRef>
        <a:srgbClr val="000000"/>
      </a:tcTxStyle>
      <a:tcStyle>
        <a:tcBdr>
          <a:left>
            <a:ln w="12700" cap="flat">
              <a:noFill/>
              <a:miter lim="400000"/>
            </a:ln>
          </a:left>
          <a:right>
            <a:ln w="12700" cap="flat">
              <a:noFill/>
              <a:miter lim="400000"/>
            </a:ln>
          </a:right>
          <a:top>
            <a:ln w="50800" cap="flat">
              <a:solidFill>
                <a:srgbClr val="000000"/>
              </a:solidFill>
              <a:prstDash val="solid"/>
              <a:round/>
            </a:ln>
          </a:top>
          <a:bottom>
            <a:ln w="25400" cap="flat">
              <a:solidFill>
                <a:srgbClr val="000000"/>
              </a:solidFill>
              <a:prstDash val="solid"/>
              <a:round/>
            </a:ln>
          </a:bottom>
          <a:insideH>
            <a:ln w="12700" cap="flat">
              <a:noFill/>
              <a:miter lim="400000"/>
            </a:ln>
          </a:insideH>
          <a:insideV>
            <a:ln w="12700" cap="flat">
              <a:noFill/>
              <a:miter lim="400000"/>
            </a:ln>
          </a:insideV>
        </a:tcBdr>
        <a:fill>
          <a:solidFill>
            <a:srgbClr val="FFFFFF"/>
          </a:solidFill>
        </a:fill>
      </a:tcStyle>
    </a:lastRow>
    <a:firstRow>
      <a:tcTxStyle b="on" i="off">
        <a:fontRef idx="major">
          <a:srgbClr val="FFFFFF"/>
        </a:fontRef>
        <a:srgbClr val="FFFFFF"/>
      </a:tcTxStyle>
      <a:tcStyle>
        <a:tcBdr>
          <a:left>
            <a:ln w="12700" cap="flat">
              <a:noFill/>
              <a:miter lim="400000"/>
            </a:ln>
          </a:left>
          <a:right>
            <a:ln w="12700" cap="flat">
              <a:noFill/>
              <a:miter lim="400000"/>
            </a:ln>
          </a:right>
          <a:top>
            <a:ln w="25400" cap="flat">
              <a:solidFill>
                <a:srgbClr val="000000"/>
              </a:solidFill>
              <a:prstDash val="solid"/>
              <a:round/>
            </a:ln>
          </a:top>
          <a:bottom>
            <a:ln w="25400" cap="flat">
              <a:solidFill>
                <a:srgbClr val="000000"/>
              </a:solidFill>
              <a:prstDash val="solid"/>
              <a:round/>
            </a:ln>
          </a:bottom>
          <a:insideH>
            <a:ln w="12700" cap="flat">
              <a:noFill/>
              <a:miter lim="400000"/>
            </a:ln>
          </a:insideH>
          <a:insideV>
            <a:ln w="12700" cap="flat">
              <a:noFill/>
              <a:miter lim="400000"/>
            </a:ln>
          </a:insideV>
        </a:tcBdr>
        <a:fill>
          <a:solidFill>
            <a:schemeClr val="accent1"/>
          </a:solidFill>
        </a:fill>
      </a:tcStyle>
    </a:firstRow>
  </a:tblStyle>
  <a:tblStyle styleId="{33BA23B1-9221-436E-865A-0063620EA4FD}" styleName="">
    <a:tblBg/>
    <a:wholeTbl>
      <a:tcTxStyle b="off" i="off">
        <a:fontRef idx="maj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CACACA"/>
          </a:solidFill>
        </a:fill>
      </a:tcStyle>
    </a:wholeTbl>
    <a:band2H>
      <a:tcTxStyle/>
      <a:tcStyle>
        <a:tcBdr/>
        <a:fill>
          <a:solidFill>
            <a:srgbClr val="E6E6E6"/>
          </a:solidFill>
        </a:fill>
      </a:tcStyle>
    </a:band2H>
    <a:firstCol>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firstCol>
    <a:la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lastRow>
    <a:fir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firstRow>
  </a:tblStyle>
  <a:tblStyle styleId="{2708684C-4D16-4618-839F-0558EEFCDFE6}" styleName="">
    <a:tblBg/>
    <a:wholeTbl>
      <a:tcTxStyle b="off" i="off">
        <a:fontRef idx="maj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solidFill>
            <a:srgbClr val="000000">
              <a:alpha val="20000"/>
            </a:srgbClr>
          </a:solidFill>
        </a:fill>
      </a:tcStyle>
    </a:wholeTbl>
    <a:band2H>
      <a:tcTxStyle/>
      <a:tcStyle>
        <a:tcBdr/>
        <a:fill>
          <a:solidFill>
            <a:srgbClr val="FFFFFF"/>
          </a:solidFill>
        </a:fill>
      </a:tcStyle>
    </a:band2H>
    <a:firstCol>
      <a:tcTxStyle b="on" i="off">
        <a:fontRef idx="maj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solidFill>
            <a:srgbClr val="000000">
              <a:alpha val="20000"/>
            </a:srgbClr>
          </a:solidFill>
        </a:fill>
      </a:tcStyle>
    </a:firstCol>
    <a:lastRow>
      <a:tcTxStyle b="on" i="off">
        <a:fontRef idx="maj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508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noFill/>
        </a:fill>
      </a:tcStyle>
    </a:lastRow>
    <a:firstRow>
      <a:tcTxStyle b="on" i="off">
        <a:fontRef idx="maj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254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noFill/>
        </a:fill>
      </a:tcStyle>
    </a:firstRow>
  </a:tblStyle>
  <a:tblStyle styleId="{5940675A-B579-460E-94D1-54222C63F5DA}" styleName="无样式，网格型">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80" d="100"/>
          <a:sy n="80" d="100"/>
        </p:scale>
        <p:origin x="1522" y="67"/>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7" name="Shape 27"/>
          <p:cNvSpPr>
            <a:spLocks noGrp="1" noRot="1" noChangeAspect="1"/>
          </p:cNvSpPr>
          <p:nvPr>
            <p:ph type="sldImg"/>
          </p:nvPr>
        </p:nvSpPr>
        <p:spPr>
          <a:xfrm>
            <a:off x="1143000" y="685800"/>
            <a:ext cx="4572000" cy="3429000"/>
          </a:xfrm>
          <a:prstGeom prst="rect">
            <a:avLst/>
          </a:prstGeom>
        </p:spPr>
        <p:txBody>
          <a:bodyPr/>
          <a:lstStyle/>
          <a:p>
            <a:endParaRPr/>
          </a:p>
        </p:txBody>
      </p:sp>
      <p:sp>
        <p:nvSpPr>
          <p:cNvPr id="28" name="Shape 28"/>
          <p:cNvSpPr>
            <a:spLocks noGrp="1"/>
          </p:cNvSpPr>
          <p:nvPr>
            <p:ph type="body" sz="quarter" idx="1"/>
          </p:nvPr>
        </p:nvSpPr>
        <p:spPr>
          <a:xfrm>
            <a:off x="914400" y="4343400"/>
            <a:ext cx="5029200" cy="4114800"/>
          </a:xfrm>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latinLnBrk="0">
      <a:spcBef>
        <a:spcPts val="400"/>
      </a:spcBef>
      <a:defRPr sz="1200">
        <a:latin typeface="+mj-lt"/>
        <a:ea typeface="+mj-ea"/>
        <a:cs typeface="+mj-cs"/>
        <a:sym typeface="Calibri"/>
      </a:defRPr>
    </a:lvl1pPr>
    <a:lvl2pPr indent="228600" latinLnBrk="0">
      <a:spcBef>
        <a:spcPts val="400"/>
      </a:spcBef>
      <a:defRPr sz="1200">
        <a:latin typeface="+mj-lt"/>
        <a:ea typeface="+mj-ea"/>
        <a:cs typeface="+mj-cs"/>
        <a:sym typeface="Calibri"/>
      </a:defRPr>
    </a:lvl2pPr>
    <a:lvl3pPr indent="457200" latinLnBrk="0">
      <a:spcBef>
        <a:spcPts val="400"/>
      </a:spcBef>
      <a:defRPr sz="1200">
        <a:latin typeface="+mj-lt"/>
        <a:ea typeface="+mj-ea"/>
        <a:cs typeface="+mj-cs"/>
        <a:sym typeface="Calibri"/>
      </a:defRPr>
    </a:lvl3pPr>
    <a:lvl4pPr indent="685800" latinLnBrk="0">
      <a:spcBef>
        <a:spcPts val="400"/>
      </a:spcBef>
      <a:defRPr sz="1200">
        <a:latin typeface="+mj-lt"/>
        <a:ea typeface="+mj-ea"/>
        <a:cs typeface="+mj-cs"/>
        <a:sym typeface="Calibri"/>
      </a:defRPr>
    </a:lvl4pPr>
    <a:lvl5pPr indent="914400" latinLnBrk="0">
      <a:spcBef>
        <a:spcPts val="400"/>
      </a:spcBef>
      <a:defRPr sz="1200">
        <a:latin typeface="+mj-lt"/>
        <a:ea typeface="+mj-ea"/>
        <a:cs typeface="+mj-cs"/>
        <a:sym typeface="Calibri"/>
      </a:defRPr>
    </a:lvl5pPr>
    <a:lvl6pPr indent="1143000" latinLnBrk="0">
      <a:spcBef>
        <a:spcPts val="400"/>
      </a:spcBef>
      <a:defRPr sz="1200">
        <a:latin typeface="+mj-lt"/>
        <a:ea typeface="+mj-ea"/>
        <a:cs typeface="+mj-cs"/>
        <a:sym typeface="Calibri"/>
      </a:defRPr>
    </a:lvl6pPr>
    <a:lvl7pPr indent="1371600" latinLnBrk="0">
      <a:spcBef>
        <a:spcPts val="400"/>
      </a:spcBef>
      <a:defRPr sz="1200">
        <a:latin typeface="+mj-lt"/>
        <a:ea typeface="+mj-ea"/>
        <a:cs typeface="+mj-cs"/>
        <a:sym typeface="Calibri"/>
      </a:defRPr>
    </a:lvl7pPr>
    <a:lvl8pPr indent="1600200" latinLnBrk="0">
      <a:spcBef>
        <a:spcPts val="400"/>
      </a:spcBef>
      <a:defRPr sz="1200">
        <a:latin typeface="+mj-lt"/>
        <a:ea typeface="+mj-ea"/>
        <a:cs typeface="+mj-cs"/>
        <a:sym typeface="Calibri"/>
      </a:defRPr>
    </a:lvl8pPr>
    <a:lvl9pPr indent="1828800" latinLnBrk="0">
      <a:spcBef>
        <a:spcPts val="400"/>
      </a:spcBef>
      <a:defRPr sz="1200">
        <a:latin typeface="+mj-lt"/>
        <a:ea typeface="+mj-ea"/>
        <a:cs typeface="+mj-cs"/>
        <a:sym typeface="Calibri"/>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x">
  <p:cSld name="Default">
    <p:spTree>
      <p:nvGrpSpPr>
        <p:cNvPr id="1" name=""/>
        <p:cNvGrpSpPr/>
        <p:nvPr/>
      </p:nvGrpSpPr>
      <p:grpSpPr>
        <a:xfrm>
          <a:off x="0" y="0"/>
          <a:ext cx="0" cy="0"/>
          <a:chOff x="0" y="0"/>
          <a:chExt cx="0" cy="0"/>
        </a:xfrm>
      </p:grpSpPr>
      <p:sp>
        <p:nvSpPr>
          <p:cNvPr id="11" name="Shape 11"/>
          <p:cNvSpPr>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2.xml><?xml version="1.0" encoding="utf-8"?>
<p:sldLayout xmlns:a="http://schemas.openxmlformats.org/drawingml/2006/main" xmlns:r="http://schemas.openxmlformats.org/officeDocument/2006/relationships" xmlns:p="http://schemas.openxmlformats.org/presentationml/2006/main" type="tx">
  <p:cSld name="Default">
    <p:spTree>
      <p:nvGrpSpPr>
        <p:cNvPr id="1" name=""/>
        <p:cNvGrpSpPr/>
        <p:nvPr/>
      </p:nvGrpSpPr>
      <p:grpSpPr>
        <a:xfrm>
          <a:off x="0" y="0"/>
          <a:ext cx="0" cy="0"/>
          <a:chOff x="0" y="0"/>
          <a:chExt cx="0" cy="0"/>
        </a:xfrm>
      </p:grpSpPr>
      <p:sp>
        <p:nvSpPr>
          <p:cNvPr id="18" name="Shape 18"/>
          <p:cNvSpPr/>
          <p:nvPr/>
        </p:nvSpPr>
        <p:spPr>
          <a:xfrm>
            <a:off x="-1" y="692149"/>
            <a:ext cx="9144002" cy="46039"/>
          </a:xfrm>
          <a:prstGeom prst="rect">
            <a:avLst/>
          </a:prstGeom>
          <a:gradFill>
            <a:gsLst>
              <a:gs pos="0">
                <a:srgbClr val="CCCCFF"/>
              </a:gs>
              <a:gs pos="17999">
                <a:srgbClr val="BFBFBF"/>
              </a:gs>
              <a:gs pos="48001">
                <a:srgbClr val="595959"/>
              </a:gs>
              <a:gs pos="82002">
                <a:srgbClr val="A5A5A5"/>
              </a:gs>
              <a:gs pos="100000">
                <a:srgbClr val="D8D8D8"/>
              </a:gs>
            </a:gsLst>
            <a:lin ang="10800000"/>
          </a:gradFill>
          <a:ln w="12700">
            <a:miter lim="400000"/>
          </a:ln>
        </p:spPr>
        <p:txBody>
          <a:bodyPr lIns="45719" rIns="45719" anchor="ctr"/>
          <a:lstStyle/>
          <a:p>
            <a:pPr>
              <a:defRPr>
                <a:solidFill>
                  <a:srgbClr val="FFFFFF"/>
                </a:solidFill>
                <a:latin typeface="宋体"/>
                <a:ea typeface="宋体"/>
                <a:cs typeface="宋体"/>
                <a:sym typeface="宋体"/>
              </a:defRPr>
            </a:pPr>
            <a:endParaRPr/>
          </a:p>
        </p:txBody>
      </p:sp>
      <p:sp>
        <p:nvSpPr>
          <p:cNvPr id="19" name="Shape 19"/>
          <p:cNvSpPr>
            <a:spLocks noGrp="1"/>
          </p:cNvSpPr>
          <p:nvPr>
            <p:ph type="title"/>
          </p:nvPr>
        </p:nvSpPr>
        <p:spPr>
          <a:xfrm>
            <a:off x="457200" y="274637"/>
            <a:ext cx="8229600" cy="1143001"/>
          </a:xfrm>
          <a:prstGeom prst="rect">
            <a:avLst/>
          </a:prstGeom>
          <a:extLst>
            <a:ext uri="{C572A759-6A51-4108-AA02-DFA0A04FC94B}">
              <ma14:wrappingTextBoxFlag xmlns:ma14="http://schemas.microsoft.com/office/mac/drawingml/2011/main" xmlns="" val="1"/>
            </a:ext>
          </a:extLst>
        </p:spPr>
        <p:txBody>
          <a:bodyPr>
            <a:normAutofit/>
          </a:bodyPr>
          <a:lstStyle/>
          <a:p>
            <a:r>
              <a:t>Haga clic para modificar el estilo de título del patrón</a:t>
            </a:r>
          </a:p>
        </p:txBody>
      </p:sp>
      <p:sp>
        <p:nvSpPr>
          <p:cNvPr id="20" name="Shape 20"/>
          <p:cNvSpPr>
            <a:spLocks noGrp="1"/>
          </p:cNvSpPr>
          <p:nvPr>
            <p:ph type="body" idx="1"/>
          </p:nvPr>
        </p:nvSpPr>
        <p:spPr>
          <a:xfrm>
            <a:off x="457200" y="1600200"/>
            <a:ext cx="8229600" cy="4525963"/>
          </a:xfrm>
          <a:prstGeom prst="rect">
            <a:avLst/>
          </a:prstGeom>
          <a:extLst>
            <a:ext uri="{C572A759-6A51-4108-AA02-DFA0A04FC94B}">
              <ma14:wrappingTextBoxFlag xmlns:ma14="http://schemas.microsoft.com/office/mac/drawingml/2011/main" xmlns="" val="1"/>
            </a:ext>
          </a:extLst>
        </p:spPr>
        <p:txBody>
          <a:bodyPr>
            <a:normAutofit/>
          </a:bodyPr>
          <a:lstStyle/>
          <a:p>
            <a:r>
              <a:t>Haga clic para modificar el estilo de texto del patrón</a:t>
            </a:r>
          </a:p>
          <a:p>
            <a:pPr lvl="1"/>
            <a:r>
              <a:t>Segundo nivel</a:t>
            </a:r>
          </a:p>
          <a:p>
            <a:pPr lvl="2"/>
            <a:r>
              <a:t>Tercer nivel</a:t>
            </a:r>
          </a:p>
          <a:p>
            <a:pPr lvl="3"/>
            <a:r>
              <a:t>Cuarto nivel</a:t>
            </a:r>
          </a:p>
          <a:p>
            <a:pPr lvl="4"/>
            <a:r>
              <a:t>Quinto nivel</a:t>
            </a:r>
          </a:p>
        </p:txBody>
      </p:sp>
      <p:sp>
        <p:nvSpPr>
          <p:cNvPr id="21" name="Shape 21"/>
          <p:cNvSpPr>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image" Target="../media/image1.jpe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rotWithShape="1">
          <a:blip r:embed="rId4"/>
          <a:srcRect/>
          <a:stretch>
            <a:fillRect/>
          </a:stretch>
        </a:blipFill>
        <a:effectLst/>
      </p:bgPr>
    </p:bg>
    <p:spTree>
      <p:nvGrpSpPr>
        <p:cNvPr id="1" name=""/>
        <p:cNvGrpSpPr/>
        <p:nvPr/>
      </p:nvGrpSpPr>
      <p:grpSpPr>
        <a:xfrm>
          <a:off x="0" y="0"/>
          <a:ext cx="0" cy="0"/>
          <a:chOff x="0" y="0"/>
          <a:chExt cx="0" cy="0"/>
        </a:xfrm>
      </p:grpSpPr>
      <p:sp>
        <p:nvSpPr>
          <p:cNvPr id="2" name="Shape 2"/>
          <p:cNvSpPr>
            <a:spLocks noGrp="1"/>
          </p:cNvSpPr>
          <p:nvPr>
            <p:ph type="title"/>
          </p:nvPr>
        </p:nvSpPr>
        <p:spPr>
          <a:xfrm>
            <a:off x="457200" y="92074"/>
            <a:ext cx="8229600" cy="1508127"/>
          </a:xfrm>
          <a:prstGeom prst="rect">
            <a:avLst/>
          </a:prstGeom>
          <a:ln w="12700">
            <a:miter lim="400000"/>
          </a:ln>
        </p:spPr>
        <p:txBody>
          <a:bodyPr lIns="45719" rIns="45719" anchor="ctr"/>
          <a:lstStyle/>
          <a:p>
            <a:endParaRPr/>
          </a:p>
        </p:txBody>
      </p:sp>
      <p:sp>
        <p:nvSpPr>
          <p:cNvPr id="3" name="Shape 3"/>
          <p:cNvSpPr>
            <a:spLocks noGrp="1"/>
          </p:cNvSpPr>
          <p:nvPr>
            <p:ph type="body" idx="1"/>
          </p:nvPr>
        </p:nvSpPr>
        <p:spPr>
          <a:xfrm>
            <a:off x="457200" y="1600200"/>
            <a:ext cx="8229600" cy="5257800"/>
          </a:xfrm>
          <a:prstGeom prst="rect">
            <a:avLst/>
          </a:prstGeom>
          <a:ln w="12700">
            <a:miter lim="400000"/>
          </a:ln>
        </p:spPr>
        <p:txBody>
          <a:bodyPr lIns="45719" rIns="45719"/>
          <a:lstStyle/>
          <a:p>
            <a:endParaRPr/>
          </a:p>
        </p:txBody>
      </p:sp>
      <p:sp>
        <p:nvSpPr>
          <p:cNvPr id="4" name="Shape 4"/>
          <p:cNvSpPr>
            <a:spLocks noGrp="1"/>
          </p:cNvSpPr>
          <p:nvPr>
            <p:ph type="sldNum" sz="quarter" idx="2"/>
          </p:nvPr>
        </p:nvSpPr>
        <p:spPr>
          <a:xfrm>
            <a:off x="8422818" y="6404292"/>
            <a:ext cx="263983" cy="269241"/>
          </a:xfrm>
          <a:prstGeom prst="rect">
            <a:avLst/>
          </a:prstGeom>
          <a:ln w="12700">
            <a:miter lim="400000"/>
          </a:ln>
        </p:spPr>
        <p:txBody>
          <a:bodyPr wrap="none" lIns="45719" rIns="45719" anchor="ctr">
            <a:spAutoFit/>
          </a:bodyPr>
          <a:lstStyle>
            <a:lvl1pPr algn="r">
              <a:defRPr sz="1200">
                <a:solidFill>
                  <a:srgbClr val="898989"/>
                </a:solidFill>
              </a:defRPr>
            </a:lvl1pPr>
          </a:lstStyle>
          <a:p>
            <a:fld id="{86CB4B4D-7CA3-9044-876B-883B54F8677D}" type="slidenum">
              <a:t>‹#›</a:t>
            </a:fld>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transition spd="med"/>
  <p:txStyles>
    <p:titleStyle>
      <a:lvl1pPr marL="0" marR="0" indent="0" algn="ctr" defTabSz="914400" rtl="0" latinLnBrk="0">
        <a:lnSpc>
          <a:spcPct val="100000"/>
        </a:lnSpc>
        <a:spcBef>
          <a:spcPts val="0"/>
        </a:spcBef>
        <a:spcAft>
          <a:spcPts val="0"/>
        </a:spcAft>
        <a:buClrTx/>
        <a:buSzTx/>
        <a:buFontTx/>
        <a:buNone/>
        <a:tabLst/>
        <a:defRPr sz="4400" b="0" i="0" u="none" strike="noStrike" cap="none" spc="0" baseline="0">
          <a:ln>
            <a:noFill/>
          </a:ln>
          <a:solidFill>
            <a:srgbClr val="000000"/>
          </a:solidFill>
          <a:uFillTx/>
          <a:latin typeface="+mj-lt"/>
          <a:ea typeface="+mj-ea"/>
          <a:cs typeface="+mj-cs"/>
          <a:sym typeface="Calibri"/>
        </a:defRPr>
      </a:lvl1pPr>
      <a:lvl2pPr marL="0" marR="0" indent="0" algn="ctr" defTabSz="914400" rtl="0" latinLnBrk="0">
        <a:lnSpc>
          <a:spcPct val="100000"/>
        </a:lnSpc>
        <a:spcBef>
          <a:spcPts val="0"/>
        </a:spcBef>
        <a:spcAft>
          <a:spcPts val="0"/>
        </a:spcAft>
        <a:buClrTx/>
        <a:buSzTx/>
        <a:buFontTx/>
        <a:buNone/>
        <a:tabLst/>
        <a:defRPr sz="4400" b="0" i="0" u="none" strike="noStrike" cap="none" spc="0" baseline="0">
          <a:ln>
            <a:noFill/>
          </a:ln>
          <a:solidFill>
            <a:srgbClr val="000000"/>
          </a:solidFill>
          <a:uFillTx/>
          <a:latin typeface="+mj-lt"/>
          <a:ea typeface="+mj-ea"/>
          <a:cs typeface="+mj-cs"/>
          <a:sym typeface="Calibri"/>
        </a:defRPr>
      </a:lvl2pPr>
      <a:lvl3pPr marL="0" marR="0" indent="0" algn="ctr" defTabSz="914400" rtl="0" latinLnBrk="0">
        <a:lnSpc>
          <a:spcPct val="100000"/>
        </a:lnSpc>
        <a:spcBef>
          <a:spcPts val="0"/>
        </a:spcBef>
        <a:spcAft>
          <a:spcPts val="0"/>
        </a:spcAft>
        <a:buClrTx/>
        <a:buSzTx/>
        <a:buFontTx/>
        <a:buNone/>
        <a:tabLst/>
        <a:defRPr sz="4400" b="0" i="0" u="none" strike="noStrike" cap="none" spc="0" baseline="0">
          <a:ln>
            <a:noFill/>
          </a:ln>
          <a:solidFill>
            <a:srgbClr val="000000"/>
          </a:solidFill>
          <a:uFillTx/>
          <a:latin typeface="+mj-lt"/>
          <a:ea typeface="+mj-ea"/>
          <a:cs typeface="+mj-cs"/>
          <a:sym typeface="Calibri"/>
        </a:defRPr>
      </a:lvl3pPr>
      <a:lvl4pPr marL="0" marR="0" indent="0" algn="ctr" defTabSz="914400" rtl="0" latinLnBrk="0">
        <a:lnSpc>
          <a:spcPct val="100000"/>
        </a:lnSpc>
        <a:spcBef>
          <a:spcPts val="0"/>
        </a:spcBef>
        <a:spcAft>
          <a:spcPts val="0"/>
        </a:spcAft>
        <a:buClrTx/>
        <a:buSzTx/>
        <a:buFontTx/>
        <a:buNone/>
        <a:tabLst/>
        <a:defRPr sz="4400" b="0" i="0" u="none" strike="noStrike" cap="none" spc="0" baseline="0">
          <a:ln>
            <a:noFill/>
          </a:ln>
          <a:solidFill>
            <a:srgbClr val="000000"/>
          </a:solidFill>
          <a:uFillTx/>
          <a:latin typeface="+mj-lt"/>
          <a:ea typeface="+mj-ea"/>
          <a:cs typeface="+mj-cs"/>
          <a:sym typeface="Calibri"/>
        </a:defRPr>
      </a:lvl4pPr>
      <a:lvl5pPr marL="0" marR="0" indent="0" algn="ctr" defTabSz="914400" rtl="0" latinLnBrk="0">
        <a:lnSpc>
          <a:spcPct val="100000"/>
        </a:lnSpc>
        <a:spcBef>
          <a:spcPts val="0"/>
        </a:spcBef>
        <a:spcAft>
          <a:spcPts val="0"/>
        </a:spcAft>
        <a:buClrTx/>
        <a:buSzTx/>
        <a:buFontTx/>
        <a:buNone/>
        <a:tabLst/>
        <a:defRPr sz="4400" b="0" i="0" u="none" strike="noStrike" cap="none" spc="0" baseline="0">
          <a:ln>
            <a:noFill/>
          </a:ln>
          <a:solidFill>
            <a:srgbClr val="000000"/>
          </a:solidFill>
          <a:uFillTx/>
          <a:latin typeface="+mj-lt"/>
          <a:ea typeface="+mj-ea"/>
          <a:cs typeface="+mj-cs"/>
          <a:sym typeface="Calibri"/>
        </a:defRPr>
      </a:lvl5pPr>
      <a:lvl6pPr marL="0" marR="0" indent="457200" algn="ctr" defTabSz="914400" rtl="0" latinLnBrk="0">
        <a:lnSpc>
          <a:spcPct val="100000"/>
        </a:lnSpc>
        <a:spcBef>
          <a:spcPts val="0"/>
        </a:spcBef>
        <a:spcAft>
          <a:spcPts val="0"/>
        </a:spcAft>
        <a:buClrTx/>
        <a:buSzTx/>
        <a:buFontTx/>
        <a:buNone/>
        <a:tabLst/>
        <a:defRPr sz="4400" b="0" i="0" u="none" strike="noStrike" cap="none" spc="0" baseline="0">
          <a:ln>
            <a:noFill/>
          </a:ln>
          <a:solidFill>
            <a:srgbClr val="000000"/>
          </a:solidFill>
          <a:uFillTx/>
          <a:latin typeface="+mj-lt"/>
          <a:ea typeface="+mj-ea"/>
          <a:cs typeface="+mj-cs"/>
          <a:sym typeface="Calibri"/>
        </a:defRPr>
      </a:lvl6pPr>
      <a:lvl7pPr marL="0" marR="0" indent="914400" algn="ctr" defTabSz="914400" rtl="0" latinLnBrk="0">
        <a:lnSpc>
          <a:spcPct val="100000"/>
        </a:lnSpc>
        <a:spcBef>
          <a:spcPts val="0"/>
        </a:spcBef>
        <a:spcAft>
          <a:spcPts val="0"/>
        </a:spcAft>
        <a:buClrTx/>
        <a:buSzTx/>
        <a:buFontTx/>
        <a:buNone/>
        <a:tabLst/>
        <a:defRPr sz="4400" b="0" i="0" u="none" strike="noStrike" cap="none" spc="0" baseline="0">
          <a:ln>
            <a:noFill/>
          </a:ln>
          <a:solidFill>
            <a:srgbClr val="000000"/>
          </a:solidFill>
          <a:uFillTx/>
          <a:latin typeface="+mj-lt"/>
          <a:ea typeface="+mj-ea"/>
          <a:cs typeface="+mj-cs"/>
          <a:sym typeface="Calibri"/>
        </a:defRPr>
      </a:lvl7pPr>
      <a:lvl8pPr marL="0" marR="0" indent="1371600" algn="ctr" defTabSz="914400" rtl="0" latinLnBrk="0">
        <a:lnSpc>
          <a:spcPct val="100000"/>
        </a:lnSpc>
        <a:spcBef>
          <a:spcPts val="0"/>
        </a:spcBef>
        <a:spcAft>
          <a:spcPts val="0"/>
        </a:spcAft>
        <a:buClrTx/>
        <a:buSzTx/>
        <a:buFontTx/>
        <a:buNone/>
        <a:tabLst/>
        <a:defRPr sz="4400" b="0" i="0" u="none" strike="noStrike" cap="none" spc="0" baseline="0">
          <a:ln>
            <a:noFill/>
          </a:ln>
          <a:solidFill>
            <a:srgbClr val="000000"/>
          </a:solidFill>
          <a:uFillTx/>
          <a:latin typeface="+mj-lt"/>
          <a:ea typeface="+mj-ea"/>
          <a:cs typeface="+mj-cs"/>
          <a:sym typeface="Calibri"/>
        </a:defRPr>
      </a:lvl8pPr>
      <a:lvl9pPr marL="0" marR="0" indent="1828800" algn="ctr" defTabSz="914400" rtl="0" latinLnBrk="0">
        <a:lnSpc>
          <a:spcPct val="100000"/>
        </a:lnSpc>
        <a:spcBef>
          <a:spcPts val="0"/>
        </a:spcBef>
        <a:spcAft>
          <a:spcPts val="0"/>
        </a:spcAft>
        <a:buClrTx/>
        <a:buSzTx/>
        <a:buFontTx/>
        <a:buNone/>
        <a:tabLst/>
        <a:defRPr sz="4400" b="0" i="0" u="none" strike="noStrike" cap="none" spc="0" baseline="0">
          <a:ln>
            <a:noFill/>
          </a:ln>
          <a:solidFill>
            <a:srgbClr val="000000"/>
          </a:solidFill>
          <a:uFillTx/>
          <a:latin typeface="+mj-lt"/>
          <a:ea typeface="+mj-ea"/>
          <a:cs typeface="+mj-cs"/>
          <a:sym typeface="Calibri"/>
        </a:defRPr>
      </a:lvl9pPr>
    </p:titleStyle>
    <p:bodyStyle>
      <a:lvl1pPr marL="342900" marR="0" indent="-342900" algn="l" defTabSz="914400" rtl="0" latinLnBrk="0">
        <a:lnSpc>
          <a:spcPct val="100000"/>
        </a:lnSpc>
        <a:spcBef>
          <a:spcPts val="700"/>
        </a:spcBef>
        <a:spcAft>
          <a:spcPts val="0"/>
        </a:spcAft>
        <a:buClrTx/>
        <a:buSzPct val="100000"/>
        <a:buFont typeface="Arial"/>
        <a:buChar char="»"/>
        <a:tabLst/>
        <a:defRPr sz="3200" b="0" i="0" u="none" strike="noStrike" cap="none" spc="0" baseline="0">
          <a:ln>
            <a:noFill/>
          </a:ln>
          <a:solidFill>
            <a:srgbClr val="000000"/>
          </a:solidFill>
          <a:uFillTx/>
          <a:latin typeface="+mj-lt"/>
          <a:ea typeface="+mj-ea"/>
          <a:cs typeface="+mj-cs"/>
          <a:sym typeface="Calibri"/>
        </a:defRPr>
      </a:lvl1pPr>
      <a:lvl2pPr marL="783771" marR="0" indent="-326571" algn="l" defTabSz="914400" rtl="0" latinLnBrk="0">
        <a:lnSpc>
          <a:spcPct val="100000"/>
        </a:lnSpc>
        <a:spcBef>
          <a:spcPts val="700"/>
        </a:spcBef>
        <a:spcAft>
          <a:spcPts val="0"/>
        </a:spcAft>
        <a:buClrTx/>
        <a:buSzPct val="100000"/>
        <a:buFont typeface="Arial"/>
        <a:buChar char="–"/>
        <a:tabLst/>
        <a:defRPr sz="3200" b="0" i="0" u="none" strike="noStrike" cap="none" spc="0" baseline="0">
          <a:ln>
            <a:noFill/>
          </a:ln>
          <a:solidFill>
            <a:srgbClr val="000000"/>
          </a:solidFill>
          <a:uFillTx/>
          <a:latin typeface="+mj-lt"/>
          <a:ea typeface="+mj-ea"/>
          <a:cs typeface="+mj-cs"/>
          <a:sym typeface="Calibri"/>
        </a:defRPr>
      </a:lvl2pPr>
      <a:lvl3pPr marL="1219200" marR="0" indent="-304800" algn="l" defTabSz="914400" rtl="0" latinLnBrk="0">
        <a:lnSpc>
          <a:spcPct val="100000"/>
        </a:lnSpc>
        <a:spcBef>
          <a:spcPts val="700"/>
        </a:spcBef>
        <a:spcAft>
          <a:spcPts val="0"/>
        </a:spcAft>
        <a:buClrTx/>
        <a:buSzPct val="100000"/>
        <a:buFont typeface="Arial"/>
        <a:buChar char="•"/>
        <a:tabLst/>
        <a:defRPr sz="3200" b="0" i="0" u="none" strike="noStrike" cap="none" spc="0" baseline="0">
          <a:ln>
            <a:noFill/>
          </a:ln>
          <a:solidFill>
            <a:srgbClr val="000000"/>
          </a:solidFill>
          <a:uFillTx/>
          <a:latin typeface="+mj-lt"/>
          <a:ea typeface="+mj-ea"/>
          <a:cs typeface="+mj-cs"/>
          <a:sym typeface="Calibri"/>
        </a:defRPr>
      </a:lvl3pPr>
      <a:lvl4pPr marL="1737360" marR="0" indent="-365760" algn="l" defTabSz="914400" rtl="0" latinLnBrk="0">
        <a:lnSpc>
          <a:spcPct val="100000"/>
        </a:lnSpc>
        <a:spcBef>
          <a:spcPts val="700"/>
        </a:spcBef>
        <a:spcAft>
          <a:spcPts val="0"/>
        </a:spcAft>
        <a:buClrTx/>
        <a:buSzPct val="100000"/>
        <a:buFont typeface="Arial"/>
        <a:buChar char="–"/>
        <a:tabLst/>
        <a:defRPr sz="3200" b="0" i="0" u="none" strike="noStrike" cap="none" spc="0" baseline="0">
          <a:ln>
            <a:noFill/>
          </a:ln>
          <a:solidFill>
            <a:srgbClr val="000000"/>
          </a:solidFill>
          <a:uFillTx/>
          <a:latin typeface="+mj-lt"/>
          <a:ea typeface="+mj-ea"/>
          <a:cs typeface="+mj-cs"/>
          <a:sym typeface="Calibri"/>
        </a:defRPr>
      </a:lvl4pPr>
      <a:lvl5pPr marL="2235200" marR="0" indent="-406400" algn="l" defTabSz="914400" rtl="0" latinLnBrk="0">
        <a:lnSpc>
          <a:spcPct val="100000"/>
        </a:lnSpc>
        <a:spcBef>
          <a:spcPts val="700"/>
        </a:spcBef>
        <a:spcAft>
          <a:spcPts val="0"/>
        </a:spcAft>
        <a:buClrTx/>
        <a:buSzPct val="100000"/>
        <a:buFont typeface="Arial"/>
        <a:buChar char="»"/>
        <a:tabLst/>
        <a:defRPr sz="3200" b="0" i="0" u="none" strike="noStrike" cap="none" spc="0" baseline="0">
          <a:ln>
            <a:noFill/>
          </a:ln>
          <a:solidFill>
            <a:srgbClr val="000000"/>
          </a:solidFill>
          <a:uFillTx/>
          <a:latin typeface="+mj-lt"/>
          <a:ea typeface="+mj-ea"/>
          <a:cs typeface="+mj-cs"/>
          <a:sym typeface="Calibri"/>
        </a:defRPr>
      </a:lvl5pPr>
      <a:lvl6pPr marL="2692400" marR="0" indent="-406400" algn="l" defTabSz="914400" rtl="0" latinLnBrk="0">
        <a:lnSpc>
          <a:spcPct val="100000"/>
        </a:lnSpc>
        <a:spcBef>
          <a:spcPts val="700"/>
        </a:spcBef>
        <a:spcAft>
          <a:spcPts val="0"/>
        </a:spcAft>
        <a:buClrTx/>
        <a:buSzPct val="100000"/>
        <a:buFont typeface="Arial"/>
        <a:buChar char="•"/>
        <a:tabLst/>
        <a:defRPr sz="3200" b="0" i="0" u="none" strike="noStrike" cap="none" spc="0" baseline="0">
          <a:ln>
            <a:noFill/>
          </a:ln>
          <a:solidFill>
            <a:srgbClr val="000000"/>
          </a:solidFill>
          <a:uFillTx/>
          <a:latin typeface="+mj-lt"/>
          <a:ea typeface="+mj-ea"/>
          <a:cs typeface="+mj-cs"/>
          <a:sym typeface="Calibri"/>
        </a:defRPr>
      </a:lvl6pPr>
      <a:lvl7pPr marL="3149600" marR="0" indent="-406400" algn="l" defTabSz="914400" rtl="0" latinLnBrk="0">
        <a:lnSpc>
          <a:spcPct val="100000"/>
        </a:lnSpc>
        <a:spcBef>
          <a:spcPts val="700"/>
        </a:spcBef>
        <a:spcAft>
          <a:spcPts val="0"/>
        </a:spcAft>
        <a:buClrTx/>
        <a:buSzPct val="100000"/>
        <a:buFont typeface="Arial"/>
        <a:buChar char="•"/>
        <a:tabLst/>
        <a:defRPr sz="3200" b="0" i="0" u="none" strike="noStrike" cap="none" spc="0" baseline="0">
          <a:ln>
            <a:noFill/>
          </a:ln>
          <a:solidFill>
            <a:srgbClr val="000000"/>
          </a:solidFill>
          <a:uFillTx/>
          <a:latin typeface="+mj-lt"/>
          <a:ea typeface="+mj-ea"/>
          <a:cs typeface="+mj-cs"/>
          <a:sym typeface="Calibri"/>
        </a:defRPr>
      </a:lvl7pPr>
      <a:lvl8pPr marL="3606800" marR="0" indent="-406400" algn="l" defTabSz="914400" rtl="0" latinLnBrk="0">
        <a:lnSpc>
          <a:spcPct val="100000"/>
        </a:lnSpc>
        <a:spcBef>
          <a:spcPts val="700"/>
        </a:spcBef>
        <a:spcAft>
          <a:spcPts val="0"/>
        </a:spcAft>
        <a:buClrTx/>
        <a:buSzPct val="100000"/>
        <a:buFont typeface="Arial"/>
        <a:buChar char="•"/>
        <a:tabLst/>
        <a:defRPr sz="3200" b="0" i="0" u="none" strike="noStrike" cap="none" spc="0" baseline="0">
          <a:ln>
            <a:noFill/>
          </a:ln>
          <a:solidFill>
            <a:srgbClr val="000000"/>
          </a:solidFill>
          <a:uFillTx/>
          <a:latin typeface="+mj-lt"/>
          <a:ea typeface="+mj-ea"/>
          <a:cs typeface="+mj-cs"/>
          <a:sym typeface="Calibri"/>
        </a:defRPr>
      </a:lvl8pPr>
      <a:lvl9pPr marL="4064000" marR="0" indent="-406400" algn="l" defTabSz="914400" rtl="0" latinLnBrk="0">
        <a:lnSpc>
          <a:spcPct val="100000"/>
        </a:lnSpc>
        <a:spcBef>
          <a:spcPts val="700"/>
        </a:spcBef>
        <a:spcAft>
          <a:spcPts val="0"/>
        </a:spcAft>
        <a:buClrTx/>
        <a:buSzPct val="100000"/>
        <a:buFont typeface="Arial"/>
        <a:buChar char="•"/>
        <a:tabLst/>
        <a:defRPr sz="3200" b="0" i="0" u="none" strike="noStrike" cap="none" spc="0" baseline="0">
          <a:ln>
            <a:noFill/>
          </a:ln>
          <a:solidFill>
            <a:srgbClr val="000000"/>
          </a:solidFill>
          <a:uFillTx/>
          <a:latin typeface="+mj-lt"/>
          <a:ea typeface="+mj-ea"/>
          <a:cs typeface="+mj-cs"/>
          <a:sym typeface="Calibri"/>
        </a:defRPr>
      </a:lvl9pPr>
    </p:bodyStyle>
    <p:otherStyle>
      <a:lvl1pPr marL="0" marR="0" indent="0" algn="r" defTabSz="914400" rtl="0" latinLnBrk="0">
        <a:lnSpc>
          <a:spcPct val="100000"/>
        </a:lnSpc>
        <a:spcBef>
          <a:spcPts val="0"/>
        </a:spcBef>
        <a:spcAft>
          <a:spcPts val="0"/>
        </a:spcAft>
        <a:buClrTx/>
        <a:buSzTx/>
        <a:buFontTx/>
        <a:buNone/>
        <a:tabLst/>
        <a:defRPr sz="1200" b="0" i="0" u="none" strike="noStrike" cap="none" spc="0" baseline="0">
          <a:ln>
            <a:noFill/>
          </a:ln>
          <a:solidFill>
            <a:schemeClr val="tx1"/>
          </a:solidFill>
          <a:uFillTx/>
          <a:latin typeface="+mn-lt"/>
          <a:ea typeface="+mn-ea"/>
          <a:cs typeface="+mn-cs"/>
          <a:sym typeface="Calibri"/>
        </a:defRPr>
      </a:lvl1pPr>
      <a:lvl2pPr marL="0" marR="0" indent="457200" algn="r" defTabSz="914400" rtl="0" latinLnBrk="0">
        <a:lnSpc>
          <a:spcPct val="100000"/>
        </a:lnSpc>
        <a:spcBef>
          <a:spcPts val="0"/>
        </a:spcBef>
        <a:spcAft>
          <a:spcPts val="0"/>
        </a:spcAft>
        <a:buClrTx/>
        <a:buSzTx/>
        <a:buFontTx/>
        <a:buNone/>
        <a:tabLst/>
        <a:defRPr sz="1200" b="0" i="0" u="none" strike="noStrike" cap="none" spc="0" baseline="0">
          <a:ln>
            <a:noFill/>
          </a:ln>
          <a:solidFill>
            <a:schemeClr val="tx1"/>
          </a:solidFill>
          <a:uFillTx/>
          <a:latin typeface="+mn-lt"/>
          <a:ea typeface="+mn-ea"/>
          <a:cs typeface="+mn-cs"/>
          <a:sym typeface="Calibri"/>
        </a:defRPr>
      </a:lvl2pPr>
      <a:lvl3pPr marL="0" marR="0" indent="914400" algn="r" defTabSz="914400" rtl="0" latinLnBrk="0">
        <a:lnSpc>
          <a:spcPct val="100000"/>
        </a:lnSpc>
        <a:spcBef>
          <a:spcPts val="0"/>
        </a:spcBef>
        <a:spcAft>
          <a:spcPts val="0"/>
        </a:spcAft>
        <a:buClrTx/>
        <a:buSzTx/>
        <a:buFontTx/>
        <a:buNone/>
        <a:tabLst/>
        <a:defRPr sz="1200" b="0" i="0" u="none" strike="noStrike" cap="none" spc="0" baseline="0">
          <a:ln>
            <a:noFill/>
          </a:ln>
          <a:solidFill>
            <a:schemeClr val="tx1"/>
          </a:solidFill>
          <a:uFillTx/>
          <a:latin typeface="+mn-lt"/>
          <a:ea typeface="+mn-ea"/>
          <a:cs typeface="+mn-cs"/>
          <a:sym typeface="Calibri"/>
        </a:defRPr>
      </a:lvl3pPr>
      <a:lvl4pPr marL="0" marR="0" indent="1371600" algn="r" defTabSz="914400" rtl="0" latinLnBrk="0">
        <a:lnSpc>
          <a:spcPct val="100000"/>
        </a:lnSpc>
        <a:spcBef>
          <a:spcPts val="0"/>
        </a:spcBef>
        <a:spcAft>
          <a:spcPts val="0"/>
        </a:spcAft>
        <a:buClrTx/>
        <a:buSzTx/>
        <a:buFontTx/>
        <a:buNone/>
        <a:tabLst/>
        <a:defRPr sz="1200" b="0" i="0" u="none" strike="noStrike" cap="none" spc="0" baseline="0">
          <a:ln>
            <a:noFill/>
          </a:ln>
          <a:solidFill>
            <a:schemeClr val="tx1"/>
          </a:solidFill>
          <a:uFillTx/>
          <a:latin typeface="+mn-lt"/>
          <a:ea typeface="+mn-ea"/>
          <a:cs typeface="+mn-cs"/>
          <a:sym typeface="Calibri"/>
        </a:defRPr>
      </a:lvl4pPr>
      <a:lvl5pPr marL="0" marR="0" indent="1828800" algn="r" defTabSz="914400" rtl="0" latinLnBrk="0">
        <a:lnSpc>
          <a:spcPct val="100000"/>
        </a:lnSpc>
        <a:spcBef>
          <a:spcPts val="0"/>
        </a:spcBef>
        <a:spcAft>
          <a:spcPts val="0"/>
        </a:spcAft>
        <a:buClrTx/>
        <a:buSzTx/>
        <a:buFontTx/>
        <a:buNone/>
        <a:tabLst/>
        <a:defRPr sz="1200" b="0" i="0" u="none" strike="noStrike" cap="none" spc="0" baseline="0">
          <a:ln>
            <a:noFill/>
          </a:ln>
          <a:solidFill>
            <a:schemeClr val="tx1"/>
          </a:solidFill>
          <a:uFillTx/>
          <a:latin typeface="+mn-lt"/>
          <a:ea typeface="+mn-ea"/>
          <a:cs typeface="+mn-cs"/>
          <a:sym typeface="Calibri"/>
        </a:defRPr>
      </a:lvl5pPr>
      <a:lvl6pPr marL="0" marR="0" indent="0" algn="r" defTabSz="914400" rtl="0" latinLnBrk="0">
        <a:lnSpc>
          <a:spcPct val="100000"/>
        </a:lnSpc>
        <a:spcBef>
          <a:spcPts val="0"/>
        </a:spcBef>
        <a:spcAft>
          <a:spcPts val="0"/>
        </a:spcAft>
        <a:buClrTx/>
        <a:buSzTx/>
        <a:buFontTx/>
        <a:buNone/>
        <a:tabLst/>
        <a:defRPr sz="1200" b="0" i="0" u="none" strike="noStrike" cap="none" spc="0" baseline="0">
          <a:ln>
            <a:noFill/>
          </a:ln>
          <a:solidFill>
            <a:schemeClr val="tx1"/>
          </a:solidFill>
          <a:uFillTx/>
          <a:latin typeface="+mn-lt"/>
          <a:ea typeface="+mn-ea"/>
          <a:cs typeface="+mn-cs"/>
          <a:sym typeface="Calibri"/>
        </a:defRPr>
      </a:lvl6pPr>
      <a:lvl7pPr marL="0" marR="0" indent="0" algn="r" defTabSz="914400" rtl="0" latinLnBrk="0">
        <a:lnSpc>
          <a:spcPct val="100000"/>
        </a:lnSpc>
        <a:spcBef>
          <a:spcPts val="0"/>
        </a:spcBef>
        <a:spcAft>
          <a:spcPts val="0"/>
        </a:spcAft>
        <a:buClrTx/>
        <a:buSzTx/>
        <a:buFontTx/>
        <a:buNone/>
        <a:tabLst/>
        <a:defRPr sz="1200" b="0" i="0" u="none" strike="noStrike" cap="none" spc="0" baseline="0">
          <a:ln>
            <a:noFill/>
          </a:ln>
          <a:solidFill>
            <a:schemeClr val="tx1"/>
          </a:solidFill>
          <a:uFillTx/>
          <a:latin typeface="+mn-lt"/>
          <a:ea typeface="+mn-ea"/>
          <a:cs typeface="+mn-cs"/>
          <a:sym typeface="Calibri"/>
        </a:defRPr>
      </a:lvl7pPr>
      <a:lvl8pPr marL="0" marR="0" indent="0" algn="r" defTabSz="914400" rtl="0" latinLnBrk="0">
        <a:lnSpc>
          <a:spcPct val="100000"/>
        </a:lnSpc>
        <a:spcBef>
          <a:spcPts val="0"/>
        </a:spcBef>
        <a:spcAft>
          <a:spcPts val="0"/>
        </a:spcAft>
        <a:buClrTx/>
        <a:buSzTx/>
        <a:buFontTx/>
        <a:buNone/>
        <a:tabLst/>
        <a:defRPr sz="1200" b="0" i="0" u="none" strike="noStrike" cap="none" spc="0" baseline="0">
          <a:ln>
            <a:noFill/>
          </a:ln>
          <a:solidFill>
            <a:schemeClr val="tx1"/>
          </a:solidFill>
          <a:uFillTx/>
          <a:latin typeface="+mn-lt"/>
          <a:ea typeface="+mn-ea"/>
          <a:cs typeface="+mn-cs"/>
          <a:sym typeface="Calibri"/>
        </a:defRPr>
      </a:lvl8pPr>
      <a:lvl9pPr marL="0" marR="0" indent="0" algn="r" defTabSz="914400" rtl="0" latinLnBrk="0">
        <a:lnSpc>
          <a:spcPct val="100000"/>
        </a:lnSpc>
        <a:spcBef>
          <a:spcPts val="0"/>
        </a:spcBef>
        <a:spcAft>
          <a:spcPts val="0"/>
        </a:spcAft>
        <a:buClrTx/>
        <a:buSzTx/>
        <a:buFontTx/>
        <a:buNone/>
        <a:tabLst/>
        <a:defRPr sz="1200" b="0" i="0" u="none" strike="noStrike" cap="none" spc="0" baseline="0">
          <a:ln>
            <a:noFill/>
          </a:ln>
          <a:solidFill>
            <a:schemeClr val="tx1"/>
          </a:solidFill>
          <a:uFillTx/>
          <a:latin typeface="+mn-lt"/>
          <a:ea typeface="+mn-ea"/>
          <a:cs typeface="+mn-cs"/>
          <a:sym typeface="Calibri"/>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image" Target="../media/image5.emf"/><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image" Target="../media/image6.emf"/><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image" Target="../media/image7.emf"/><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 name="Shape 30"/>
          <p:cNvSpPr>
            <a:spLocks noGrp="1"/>
          </p:cNvSpPr>
          <p:nvPr>
            <p:ph type="title" idx="4294967295"/>
          </p:nvPr>
        </p:nvSpPr>
        <p:spPr>
          <a:xfrm>
            <a:off x="457200" y="274637"/>
            <a:ext cx="8229600" cy="1143001"/>
          </a:xfrm>
          <a:prstGeom prst="rect">
            <a:avLst/>
          </a:prstGeom>
          <a:extLst>
            <a:ext uri="{C572A759-6A51-4108-AA02-DFA0A04FC94B}">
              <ma14:wrappingTextBoxFlag xmlns:ma14="http://schemas.microsoft.com/office/mac/drawingml/2011/main" xmlns="" val="1"/>
            </a:ext>
          </a:extLst>
        </p:spPr>
        <p:txBody>
          <a:bodyPr>
            <a:normAutofit/>
          </a:bodyPr>
          <a:lstStyle>
            <a:lvl1pPr defTabSz="667512">
              <a:defRPr sz="3212">
                <a:latin typeface="宋体"/>
                <a:ea typeface="宋体"/>
                <a:cs typeface="宋体"/>
                <a:sym typeface="宋体"/>
              </a:defRPr>
            </a:lvl1pPr>
          </a:lstStyle>
          <a:p>
            <a:pPr>
              <a:defRPr>
                <a:latin typeface="+mj-lt"/>
                <a:ea typeface="+mj-ea"/>
                <a:cs typeface="+mj-cs"/>
                <a:sym typeface="Calibri"/>
              </a:defRPr>
            </a:pPr>
            <a:r>
              <a:rPr lang="zh-CN" altLang="en-US" sz="2800" b="1" dirty="0">
                <a:latin typeface="宋体"/>
                <a:ea typeface="宋体"/>
                <a:cs typeface="宋体"/>
                <a:sym typeface="宋体"/>
              </a:rPr>
              <a:t>第</a:t>
            </a:r>
            <a:r>
              <a:rPr lang="en-US" altLang="zh-CN" sz="2800" b="1" dirty="0">
                <a:latin typeface="宋体"/>
                <a:ea typeface="宋体"/>
                <a:cs typeface="宋体"/>
                <a:sym typeface="宋体"/>
              </a:rPr>
              <a:t>6</a:t>
            </a:r>
            <a:r>
              <a:rPr lang="zh-CN" altLang="en-US" sz="2800" b="1" dirty="0">
                <a:latin typeface="宋体"/>
                <a:ea typeface="宋体"/>
                <a:cs typeface="宋体"/>
                <a:sym typeface="宋体"/>
              </a:rPr>
              <a:t>章 </a:t>
            </a:r>
            <a:r>
              <a:rPr lang="en-US" altLang="zh-CN" sz="2800" b="1" dirty="0">
                <a:latin typeface="宋体"/>
                <a:ea typeface="宋体"/>
                <a:cs typeface="宋体"/>
                <a:sym typeface="宋体"/>
              </a:rPr>
              <a:t>Pytorch2.0</a:t>
            </a:r>
            <a:r>
              <a:rPr lang="zh-CN" altLang="en-US" sz="2800" b="1" dirty="0">
                <a:latin typeface="宋体"/>
                <a:ea typeface="宋体"/>
                <a:cs typeface="宋体"/>
                <a:sym typeface="宋体"/>
              </a:rPr>
              <a:t>数据处理与模型可视化详解</a:t>
            </a:r>
          </a:p>
        </p:txBody>
      </p:sp>
      <p:sp>
        <p:nvSpPr>
          <p:cNvPr id="31" name="Shape 31"/>
          <p:cNvSpPr>
            <a:spLocks noGrp="1"/>
          </p:cNvSpPr>
          <p:nvPr>
            <p:ph type="body" idx="4294967295"/>
          </p:nvPr>
        </p:nvSpPr>
        <p:spPr>
          <a:xfrm>
            <a:off x="457200" y="1600200"/>
            <a:ext cx="8229600" cy="4525963"/>
          </a:xfrm>
          <a:prstGeom prst="rect">
            <a:avLst/>
          </a:prstGeom>
          <a:extLst>
            <a:ext uri="{C572A759-6A51-4108-AA02-DFA0A04FC94B}">
              <ma14:wrappingTextBoxFlag xmlns:ma14="http://schemas.microsoft.com/office/mac/drawingml/2011/main" xmlns="" val="1"/>
            </a:ext>
          </a:extLst>
        </p:spPr>
        <p:txBody>
          <a:bodyPr>
            <a:normAutofit/>
          </a:bodyPr>
          <a:lstStyle/>
          <a:p>
            <a:pPr marL="0" indent="0" defTabSz="740663">
              <a:spcBef>
                <a:spcPts val="600"/>
              </a:spcBef>
              <a:buNone/>
              <a:defRPr sz="2106"/>
            </a:pPr>
            <a:r>
              <a:rPr lang="en-US" altLang="zh-CN" dirty="0">
                <a:latin typeface="宋体"/>
                <a:ea typeface="宋体"/>
                <a:cs typeface="宋体"/>
                <a:sym typeface="宋体"/>
              </a:rPr>
              <a:t>6.1  </a:t>
            </a:r>
            <a:r>
              <a:rPr lang="zh-CN" altLang="en-US" dirty="0">
                <a:latin typeface="宋体"/>
                <a:ea typeface="宋体"/>
                <a:cs typeface="宋体"/>
                <a:sym typeface="宋体"/>
              </a:rPr>
              <a:t>用于自定义数据集的</a:t>
            </a:r>
            <a:r>
              <a:rPr lang="en-US" altLang="zh-CN" dirty="0" err="1">
                <a:latin typeface="宋体"/>
                <a:ea typeface="宋体"/>
                <a:cs typeface="宋体"/>
                <a:sym typeface="宋体"/>
              </a:rPr>
              <a:t>torch.utils.data</a:t>
            </a:r>
            <a:r>
              <a:rPr lang="zh-CN" altLang="en-US" dirty="0">
                <a:latin typeface="宋体"/>
                <a:ea typeface="宋体"/>
                <a:cs typeface="宋体"/>
                <a:sym typeface="宋体"/>
              </a:rPr>
              <a:t>工具箱使用详解</a:t>
            </a:r>
          </a:p>
          <a:p>
            <a:pPr marL="0" indent="0" defTabSz="740663">
              <a:spcBef>
                <a:spcPts val="600"/>
              </a:spcBef>
              <a:buNone/>
              <a:defRPr sz="2106"/>
            </a:pPr>
            <a:r>
              <a:rPr lang="en-US" altLang="zh-CN" dirty="0">
                <a:latin typeface="宋体"/>
                <a:ea typeface="宋体"/>
                <a:cs typeface="宋体"/>
                <a:sym typeface="宋体"/>
              </a:rPr>
              <a:t>6.2  </a:t>
            </a:r>
            <a:r>
              <a:rPr lang="zh-CN" altLang="en-US" dirty="0">
                <a:latin typeface="宋体"/>
                <a:ea typeface="宋体"/>
                <a:cs typeface="宋体"/>
                <a:sym typeface="宋体"/>
              </a:rPr>
              <a:t>基于</a:t>
            </a:r>
            <a:r>
              <a:rPr lang="en-US" altLang="zh-CN" dirty="0" err="1">
                <a:latin typeface="宋体"/>
                <a:ea typeface="宋体"/>
                <a:cs typeface="宋体"/>
                <a:sym typeface="宋体"/>
              </a:rPr>
              <a:t>tensorboardX</a:t>
            </a:r>
            <a:r>
              <a:rPr lang="zh-CN" altLang="en-US" dirty="0">
                <a:latin typeface="宋体"/>
                <a:ea typeface="宋体"/>
                <a:cs typeface="宋体"/>
                <a:sym typeface="宋体"/>
              </a:rPr>
              <a:t>的训练可视化展示</a:t>
            </a:r>
          </a:p>
          <a:p>
            <a:pPr marL="0" indent="0" defTabSz="740663">
              <a:spcBef>
                <a:spcPts val="600"/>
              </a:spcBef>
              <a:buNone/>
              <a:defRPr sz="2106"/>
            </a:pPr>
            <a:r>
              <a:rPr lang="en-US" altLang="zh-CN" dirty="0">
                <a:latin typeface="宋体"/>
                <a:ea typeface="宋体"/>
                <a:cs typeface="宋体"/>
                <a:sym typeface="宋体"/>
              </a:rPr>
              <a:t>6.3  </a:t>
            </a:r>
            <a:r>
              <a:rPr lang="zh-CN" altLang="en-US" dirty="0">
                <a:latin typeface="宋体"/>
                <a:ea typeface="宋体"/>
                <a:cs typeface="宋体"/>
                <a:sym typeface="宋体"/>
              </a:rPr>
              <a:t>本章小结</a:t>
            </a:r>
          </a:p>
          <a:p>
            <a:pPr marL="0" indent="0" defTabSz="740663">
              <a:spcBef>
                <a:spcPts val="600"/>
              </a:spcBef>
              <a:buNone/>
              <a:defRPr sz="2106"/>
            </a:pPr>
            <a:endParaRPr lang="zh-CN" altLang="en-US" dirty="0">
              <a:latin typeface="宋体"/>
              <a:ea typeface="宋体"/>
              <a:cs typeface="宋体"/>
              <a:sym typeface="宋体"/>
            </a:endParaRPr>
          </a:p>
        </p:txBody>
      </p:sp>
    </p:spTree>
  </p:cSld>
  <p:clrMapOvr>
    <a:masterClrMapping/>
  </p:clrMapOvr>
  <p:transition spd="med"/>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 name="Shape 38"/>
          <p:cNvSpPr>
            <a:spLocks noGrp="1"/>
          </p:cNvSpPr>
          <p:nvPr>
            <p:ph type="title" idx="4294967295"/>
          </p:nvPr>
        </p:nvSpPr>
        <p:spPr>
          <a:xfrm>
            <a:off x="457200" y="274637"/>
            <a:ext cx="8229600" cy="1143001"/>
          </a:xfrm>
          <a:prstGeom prst="rect">
            <a:avLst/>
          </a:prstGeom>
          <a:extLst>
            <a:ext uri="{C572A759-6A51-4108-AA02-DFA0A04FC94B}">
              <ma14:wrappingTextBoxFlag xmlns:ma14="http://schemas.microsoft.com/office/mac/drawingml/2011/main" xmlns="" val="1"/>
            </a:ext>
          </a:extLst>
        </p:spPr>
        <p:txBody>
          <a:bodyPr>
            <a:normAutofit/>
          </a:bodyPr>
          <a:lstStyle>
            <a:lvl1pPr defTabSz="539495">
              <a:defRPr sz="2596">
                <a:latin typeface="宋体"/>
                <a:ea typeface="宋体"/>
                <a:cs typeface="宋体"/>
                <a:sym typeface="宋体"/>
              </a:defRPr>
            </a:lvl1pPr>
          </a:lstStyle>
          <a:p>
            <a:pPr>
              <a:defRPr>
                <a:latin typeface="+mj-lt"/>
                <a:ea typeface="+mj-ea"/>
                <a:cs typeface="+mj-cs"/>
                <a:sym typeface="Calibri"/>
              </a:defRPr>
            </a:pPr>
            <a:r>
              <a:rPr lang="en-US" altLang="zh-CN" sz="3200" b="1" dirty="0">
                <a:latin typeface="宋体"/>
                <a:ea typeface="宋体"/>
                <a:cs typeface="宋体"/>
                <a:sym typeface="宋体"/>
              </a:rPr>
              <a:t>6.1  </a:t>
            </a:r>
            <a:r>
              <a:rPr lang="zh-CN" altLang="en-US" sz="3200" b="1" dirty="0">
                <a:latin typeface="宋体"/>
                <a:ea typeface="宋体"/>
                <a:cs typeface="宋体"/>
                <a:sym typeface="宋体"/>
              </a:rPr>
              <a:t>用于自定义数据集的</a:t>
            </a:r>
            <a:r>
              <a:rPr lang="en-US" altLang="zh-CN" sz="3200" b="1" dirty="0" err="1">
                <a:latin typeface="宋体"/>
                <a:ea typeface="宋体"/>
                <a:cs typeface="宋体"/>
                <a:sym typeface="宋体"/>
              </a:rPr>
              <a:t>torch.utils.data</a:t>
            </a:r>
            <a:r>
              <a:rPr lang="zh-CN" altLang="en-US" sz="3200" b="1" dirty="0">
                <a:latin typeface="宋体"/>
                <a:ea typeface="宋体"/>
                <a:cs typeface="宋体"/>
                <a:sym typeface="宋体"/>
              </a:rPr>
              <a:t>工具箱使用详解</a:t>
            </a:r>
          </a:p>
        </p:txBody>
      </p:sp>
      <p:sp>
        <p:nvSpPr>
          <p:cNvPr id="9" name="文本框 8">
            <a:extLst>
              <a:ext uri="{FF2B5EF4-FFF2-40B4-BE49-F238E27FC236}">
                <a16:creationId xmlns:a16="http://schemas.microsoft.com/office/drawing/2014/main" id="{A30F48A6-64E0-4AF9-9EA4-F03B1C10EAA8}"/>
              </a:ext>
            </a:extLst>
          </p:cNvPr>
          <p:cNvSpPr txBox="1"/>
          <p:nvPr/>
        </p:nvSpPr>
        <p:spPr>
          <a:xfrm>
            <a:off x="552450" y="1562100"/>
            <a:ext cx="6972300" cy="120032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indent="266700" algn="just"/>
            <a:r>
              <a:rPr lang="zh-CN" altLang="zh-CN" sz="1800" dirty="0">
                <a:effectLst/>
                <a:ea typeface="等线" panose="02010600030101010101" pitchFamily="2" charset="-122"/>
                <a:cs typeface="Times New Roman" panose="02020603050405020304" pitchFamily="18" charset="0"/>
              </a:rPr>
              <a:t>本章开头我们提到</a:t>
            </a:r>
            <a:r>
              <a:rPr lang="en-US" altLang="zh-CN" sz="1800" dirty="0" err="1">
                <a:effectLst/>
                <a:ea typeface="等线" panose="02010600030101010101" pitchFamily="2" charset="-122"/>
                <a:cs typeface="Times New Roman" panose="02020603050405020304" pitchFamily="18" charset="0"/>
              </a:rPr>
              <a:t>torch.utils.data</a:t>
            </a:r>
            <a:r>
              <a:rPr lang="zh-CN" altLang="zh-CN" sz="1800" dirty="0">
                <a:effectLst/>
                <a:ea typeface="等线" panose="02010600030101010101" pitchFamily="2" charset="-122"/>
                <a:cs typeface="Times New Roman" panose="02020603050405020304" pitchFamily="18" charset="0"/>
              </a:rPr>
              <a:t>工具箱中提供了</a:t>
            </a:r>
            <a:r>
              <a:rPr lang="en-US" altLang="zh-CN" sz="1800" dirty="0">
                <a:effectLst/>
                <a:ea typeface="等线" panose="02010600030101010101" pitchFamily="2" charset="-122"/>
                <a:cs typeface="Times New Roman" panose="02020603050405020304" pitchFamily="18" charset="0"/>
              </a:rPr>
              <a:t>3</a:t>
            </a:r>
            <a:r>
              <a:rPr lang="zh-CN" altLang="zh-CN" sz="1800" dirty="0">
                <a:effectLst/>
                <a:ea typeface="等线" panose="02010600030101010101" pitchFamily="2" charset="-122"/>
                <a:cs typeface="Times New Roman" panose="02020603050405020304" pitchFamily="18" charset="0"/>
              </a:rPr>
              <a:t>个类用于对数据的处理，更为直观的请读者记忆，虽然这</a:t>
            </a:r>
            <a:r>
              <a:rPr lang="en-US" altLang="zh-CN" sz="1800" dirty="0">
                <a:effectLst/>
                <a:ea typeface="等线" panose="02010600030101010101" pitchFamily="2" charset="-122"/>
                <a:cs typeface="Times New Roman" panose="02020603050405020304" pitchFamily="18" charset="0"/>
              </a:rPr>
              <a:t>3</a:t>
            </a:r>
            <a:r>
              <a:rPr lang="zh-CN" altLang="zh-CN" sz="1800" dirty="0">
                <a:effectLst/>
                <a:ea typeface="等线" panose="02010600030101010101" pitchFamily="2" charset="-122"/>
                <a:cs typeface="Times New Roman" panose="02020603050405020304" pitchFamily="18" charset="0"/>
              </a:rPr>
              <a:t>个方法都是用以对数据处理和采样，但是</a:t>
            </a:r>
            <a:r>
              <a:rPr lang="en-US" altLang="zh-CN" sz="1800" dirty="0">
                <a:effectLst/>
                <a:ea typeface="等线" panose="02010600030101010101" pitchFamily="2" charset="-122"/>
                <a:cs typeface="Times New Roman" panose="02020603050405020304" pitchFamily="18" charset="0"/>
              </a:rPr>
              <a:t>Dataset</a:t>
            </a:r>
            <a:r>
              <a:rPr lang="zh-CN" altLang="zh-CN" sz="1800" dirty="0">
                <a:effectLst/>
                <a:ea typeface="等线" panose="02010600030101010101" pitchFamily="2" charset="-122"/>
                <a:cs typeface="Times New Roman" panose="02020603050405020304" pitchFamily="18" charset="0"/>
              </a:rPr>
              <a:t>在输出时候每次只能输出一个样本，而</a:t>
            </a:r>
            <a:r>
              <a:rPr lang="en-US" altLang="zh-CN" sz="1800" dirty="0" err="1">
                <a:effectLst/>
                <a:ea typeface="等线" panose="02010600030101010101" pitchFamily="2" charset="-122"/>
                <a:cs typeface="Times New Roman" panose="02020603050405020304" pitchFamily="18" charset="0"/>
              </a:rPr>
              <a:t>DataLoader</a:t>
            </a:r>
            <a:r>
              <a:rPr lang="zh-CN" altLang="zh-CN" sz="1800" dirty="0">
                <a:effectLst/>
                <a:ea typeface="等线" panose="02010600030101010101" pitchFamily="2" charset="-122"/>
                <a:cs typeface="Times New Roman" panose="02020603050405020304" pitchFamily="18" charset="0"/>
              </a:rPr>
              <a:t>就是弥补这一缺陷实现批量乱序输出样本。</a:t>
            </a:r>
            <a:endPar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endParaRPr>
          </a:p>
        </p:txBody>
      </p:sp>
      <p:pic>
        <p:nvPicPr>
          <p:cNvPr id="13" name="图片 12">
            <a:extLst>
              <a:ext uri="{FF2B5EF4-FFF2-40B4-BE49-F238E27FC236}">
                <a16:creationId xmlns:a16="http://schemas.microsoft.com/office/drawing/2014/main" id="{5A10AA1F-EC93-4F66-85C2-D20538B0C28D}"/>
              </a:ext>
            </a:extLst>
          </p:cNvPr>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3283902" y="3244215"/>
            <a:ext cx="3890645" cy="2179320"/>
          </a:xfrm>
          <a:prstGeom prst="rect">
            <a:avLst/>
          </a:prstGeom>
          <a:noFill/>
          <a:ln>
            <a:noFill/>
          </a:ln>
        </p:spPr>
      </p:pic>
    </p:spTree>
  </p:cSld>
  <p:clrMapOvr>
    <a:masterClrMapping/>
  </p:clrMapOvr>
  <p:transition spd="slow"/>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 name="Shape 38"/>
          <p:cNvSpPr>
            <a:spLocks noGrp="1"/>
          </p:cNvSpPr>
          <p:nvPr>
            <p:ph type="title" idx="4294967295"/>
          </p:nvPr>
        </p:nvSpPr>
        <p:spPr>
          <a:xfrm>
            <a:off x="457200" y="274637"/>
            <a:ext cx="8229600" cy="1143001"/>
          </a:xfrm>
          <a:prstGeom prst="rect">
            <a:avLst/>
          </a:prstGeom>
          <a:extLst>
            <a:ext uri="{C572A759-6A51-4108-AA02-DFA0A04FC94B}">
              <ma14:wrappingTextBoxFlag xmlns="" xmlns:ma14="http://schemas.microsoft.com/office/mac/drawingml/2011/main" val="1"/>
            </a:ext>
          </a:extLst>
        </p:spPr>
        <p:txBody>
          <a:bodyPr>
            <a:normAutofit/>
          </a:bodyPr>
          <a:lstStyle>
            <a:lvl1pPr defTabSz="539495">
              <a:defRPr sz="2596">
                <a:latin typeface="宋体"/>
                <a:ea typeface="宋体"/>
                <a:cs typeface="宋体"/>
                <a:sym typeface="宋体"/>
              </a:defRPr>
            </a:lvl1pPr>
          </a:lstStyle>
          <a:p>
            <a:pPr>
              <a:defRPr>
                <a:latin typeface="+mj-lt"/>
                <a:ea typeface="+mj-ea"/>
                <a:cs typeface="+mj-cs"/>
                <a:sym typeface="Calibri"/>
              </a:defRPr>
            </a:pPr>
            <a:r>
              <a:rPr lang="en-US" altLang="zh-CN" sz="2800" b="1" dirty="0">
                <a:latin typeface="宋体"/>
                <a:ea typeface="宋体"/>
                <a:cs typeface="宋体"/>
                <a:sym typeface="宋体"/>
              </a:rPr>
              <a:t>6.1  </a:t>
            </a:r>
            <a:r>
              <a:rPr lang="zh-CN" altLang="en-US" sz="2800" b="1" dirty="0">
                <a:latin typeface="宋体"/>
                <a:ea typeface="宋体"/>
                <a:cs typeface="宋体"/>
                <a:sym typeface="宋体"/>
              </a:rPr>
              <a:t>用于自定义数据集的</a:t>
            </a:r>
            <a:r>
              <a:rPr lang="en-US" altLang="zh-CN" sz="2800" b="1" dirty="0" err="1">
                <a:latin typeface="宋体"/>
                <a:ea typeface="宋体"/>
                <a:cs typeface="宋体"/>
                <a:sym typeface="宋体"/>
              </a:rPr>
              <a:t>torch.utils.data</a:t>
            </a:r>
            <a:r>
              <a:rPr lang="zh-CN" altLang="en-US" sz="2800" b="1" dirty="0">
                <a:latin typeface="宋体"/>
                <a:ea typeface="宋体"/>
                <a:cs typeface="宋体"/>
                <a:sym typeface="宋体"/>
              </a:rPr>
              <a:t>工具箱使用详解</a:t>
            </a:r>
            <a:endParaRPr lang="zh-CN" altLang="en-US" dirty="0">
              <a:latin typeface="宋体"/>
              <a:ea typeface="宋体"/>
              <a:cs typeface="宋体"/>
              <a:sym typeface="宋体"/>
            </a:endParaRPr>
          </a:p>
        </p:txBody>
      </p:sp>
      <p:sp>
        <p:nvSpPr>
          <p:cNvPr id="39" name="Shape 39"/>
          <p:cNvSpPr>
            <a:spLocks noGrp="1"/>
          </p:cNvSpPr>
          <p:nvPr>
            <p:ph type="body" sz="quarter" idx="4294967295"/>
          </p:nvPr>
        </p:nvSpPr>
        <p:spPr>
          <a:xfrm>
            <a:off x="317500" y="1417638"/>
            <a:ext cx="8229600" cy="611187"/>
          </a:xfrm>
          <a:prstGeom prst="rect">
            <a:avLst/>
          </a:prstGeom>
          <a:extLst>
            <a:ext uri="{C572A759-6A51-4108-AA02-DFA0A04FC94B}">
              <ma14:wrappingTextBoxFlag xmlns="" xmlns:ma14="http://schemas.microsoft.com/office/mac/drawingml/2011/main" val="1"/>
            </a:ext>
          </a:extLst>
        </p:spPr>
        <p:txBody>
          <a:bodyPr>
            <a:normAutofit/>
          </a:bodyPr>
          <a:lstStyle>
            <a:lvl1pPr marL="342899" indent="-342899">
              <a:buChar char="•"/>
              <a:defRPr sz="4000">
                <a:latin typeface="Songti SC Bold"/>
                <a:ea typeface="Songti SC Bold"/>
                <a:cs typeface="Songti SC Bold"/>
                <a:sym typeface="Songti SC Bold"/>
              </a:defRPr>
            </a:lvl1pPr>
          </a:lstStyle>
          <a:p>
            <a:pPr marL="0" indent="0">
              <a:buNone/>
            </a:pPr>
            <a:r>
              <a:rPr lang="en-US" altLang="zh-CN" sz="1800" b="1" kern="100" dirty="0">
                <a:effectLst/>
                <a:latin typeface="等线" panose="02010600030101010101" pitchFamily="2" charset="-122"/>
                <a:ea typeface="等线" panose="02010600030101010101" pitchFamily="2" charset="-122"/>
              </a:rPr>
              <a:t>6.1.1  </a:t>
            </a:r>
            <a:r>
              <a:rPr lang="zh-CN" altLang="en-US" sz="1800" b="1" kern="100" dirty="0">
                <a:effectLst/>
                <a:latin typeface="等线" panose="02010600030101010101" pitchFamily="2" charset="-122"/>
                <a:ea typeface="等线" panose="02010600030101010101" pitchFamily="2" charset="-122"/>
              </a:rPr>
              <a:t>使用</a:t>
            </a:r>
            <a:r>
              <a:rPr lang="en-US" altLang="zh-CN" sz="1800" b="1" kern="100" dirty="0" err="1">
                <a:effectLst/>
                <a:latin typeface="等线" panose="02010600030101010101" pitchFamily="2" charset="-122"/>
                <a:ea typeface="等线" panose="02010600030101010101" pitchFamily="2" charset="-122"/>
              </a:rPr>
              <a:t>torch.utils.data</a:t>
            </a:r>
            <a:r>
              <a:rPr lang="en-US" altLang="zh-CN" sz="1800" b="1" kern="100" dirty="0">
                <a:effectLst/>
                <a:latin typeface="等线" panose="02010600030101010101" pitchFamily="2" charset="-122"/>
                <a:ea typeface="等线" panose="02010600030101010101" pitchFamily="2" charset="-122"/>
              </a:rPr>
              <a:t>. Dataset</a:t>
            </a:r>
            <a:r>
              <a:rPr lang="zh-CN" altLang="en-US" sz="1800" b="1" kern="100" dirty="0">
                <a:effectLst/>
                <a:latin typeface="等线" panose="02010600030101010101" pitchFamily="2" charset="-122"/>
                <a:ea typeface="等线" panose="02010600030101010101" pitchFamily="2" charset="-122"/>
              </a:rPr>
              <a:t>封装自定义数据集</a:t>
            </a:r>
            <a:endParaRPr lang="zh-CN" altLang="en-US" dirty="0"/>
          </a:p>
        </p:txBody>
      </p:sp>
      <p:sp>
        <p:nvSpPr>
          <p:cNvPr id="13" name="文本框 12">
            <a:extLst>
              <a:ext uri="{FF2B5EF4-FFF2-40B4-BE49-F238E27FC236}">
                <a16:creationId xmlns:a16="http://schemas.microsoft.com/office/drawing/2014/main" id="{162616D3-B387-4594-9A1B-3E0F5AD99B6C}"/>
              </a:ext>
            </a:extLst>
          </p:cNvPr>
          <p:cNvSpPr txBox="1"/>
          <p:nvPr/>
        </p:nvSpPr>
        <p:spPr>
          <a:xfrm>
            <a:off x="457200" y="2133601"/>
            <a:ext cx="8089900" cy="923330"/>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indent="266700" algn="just"/>
            <a:r>
              <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rPr>
              <a:t>我们从自定义数据集开始。在</a:t>
            </a:r>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Pytorch2.0</a:t>
            </a:r>
            <a:r>
              <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rPr>
              <a:t>中数据集的自定义使用需要继承</a:t>
            </a:r>
            <a:r>
              <a:rPr lang="en-US" altLang="zh-CN" sz="1800" kern="100" dirty="0" err="1">
                <a:effectLst/>
                <a:latin typeface="等线" panose="02010600030101010101" pitchFamily="2" charset="-122"/>
                <a:ea typeface="等线" panose="02010600030101010101" pitchFamily="2" charset="-122"/>
                <a:cs typeface="Times New Roman" panose="02020603050405020304" pitchFamily="18" charset="0"/>
              </a:rPr>
              <a:t>torch.utils.data.Dataset</a:t>
            </a:r>
            <a:r>
              <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rPr>
              <a:t>类，之后实现其中的</a:t>
            </a:r>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__</a:t>
            </a:r>
            <a:r>
              <a:rPr lang="en-US" altLang="zh-CN" sz="1800" kern="100" dirty="0" err="1">
                <a:effectLst/>
                <a:latin typeface="等线" panose="02010600030101010101" pitchFamily="2" charset="-122"/>
                <a:ea typeface="等线" panose="02010600030101010101" pitchFamily="2" charset="-122"/>
                <a:cs typeface="Times New Roman" panose="02020603050405020304" pitchFamily="18" charset="0"/>
              </a:rPr>
              <a:t>getitem</a:t>
            </a:r>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__</a:t>
            </a:r>
            <a:r>
              <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rPr>
              <a:t>、</a:t>
            </a:r>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__</a:t>
            </a:r>
            <a:r>
              <a:rPr lang="en-US" altLang="zh-CN" sz="1800" kern="100" dirty="0" err="1">
                <a:effectLst/>
                <a:latin typeface="等线" panose="02010600030101010101" pitchFamily="2" charset="-122"/>
                <a:ea typeface="等线" panose="02010600030101010101" pitchFamily="2" charset="-122"/>
                <a:cs typeface="Times New Roman" panose="02020603050405020304" pitchFamily="18" charset="0"/>
              </a:rPr>
              <a:t>len</a:t>
            </a:r>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__</a:t>
            </a:r>
            <a:r>
              <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rPr>
              <a:t>方法。最基本的</a:t>
            </a:r>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Dataset</a:t>
            </a:r>
            <a:r>
              <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rPr>
              <a:t>类架构如下所示：</a:t>
            </a:r>
          </a:p>
        </p:txBody>
      </p:sp>
      <p:pic>
        <p:nvPicPr>
          <p:cNvPr id="3" name="图片 2">
            <a:extLst>
              <a:ext uri="{FF2B5EF4-FFF2-40B4-BE49-F238E27FC236}">
                <a16:creationId xmlns:a16="http://schemas.microsoft.com/office/drawing/2014/main" id="{63CB5021-AA82-4367-8E2C-AD9C1199EE93}"/>
              </a:ext>
            </a:extLst>
          </p:cNvPr>
          <p:cNvPicPr>
            <a:picLocks noChangeAspect="1"/>
          </p:cNvPicPr>
          <p:nvPr/>
        </p:nvPicPr>
        <p:blipFill>
          <a:blip r:embed="rId2"/>
          <a:stretch>
            <a:fillRect/>
          </a:stretch>
        </p:blipFill>
        <p:spPr>
          <a:xfrm>
            <a:off x="2461641" y="3429000"/>
            <a:ext cx="5306568" cy="1394460"/>
          </a:xfrm>
          <a:prstGeom prst="rect">
            <a:avLst/>
          </a:prstGeom>
        </p:spPr>
      </p:pic>
    </p:spTree>
    <p:extLst>
      <p:ext uri="{BB962C8B-B14F-4D97-AF65-F5344CB8AC3E}">
        <p14:creationId xmlns:p14="http://schemas.microsoft.com/office/powerpoint/2010/main" val="2518759597"/>
      </p:ext>
    </p:extLst>
  </p:cSld>
  <p:clrMapOvr>
    <a:masterClrMapping/>
  </p:clrMapOvr>
  <p:transition spd="slow"/>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 name="Shape 38"/>
          <p:cNvSpPr>
            <a:spLocks noGrp="1"/>
          </p:cNvSpPr>
          <p:nvPr>
            <p:ph type="title" idx="4294967295"/>
          </p:nvPr>
        </p:nvSpPr>
        <p:spPr>
          <a:xfrm>
            <a:off x="457200" y="274637"/>
            <a:ext cx="8229600" cy="1143001"/>
          </a:xfrm>
          <a:prstGeom prst="rect">
            <a:avLst/>
          </a:prstGeom>
          <a:extLst>
            <a:ext uri="{C572A759-6A51-4108-AA02-DFA0A04FC94B}">
              <ma14:wrappingTextBoxFlag xmlns="" xmlns:ma14="http://schemas.microsoft.com/office/mac/drawingml/2011/main" val="1"/>
            </a:ext>
          </a:extLst>
        </p:spPr>
        <p:txBody>
          <a:bodyPr>
            <a:normAutofit/>
          </a:bodyPr>
          <a:lstStyle>
            <a:lvl1pPr defTabSz="539495">
              <a:defRPr sz="2596">
                <a:latin typeface="宋体"/>
                <a:ea typeface="宋体"/>
                <a:cs typeface="宋体"/>
                <a:sym typeface="宋体"/>
              </a:defRPr>
            </a:lvl1pPr>
          </a:lstStyle>
          <a:p>
            <a:pPr>
              <a:defRPr>
                <a:latin typeface="+mj-lt"/>
                <a:ea typeface="+mj-ea"/>
                <a:cs typeface="+mj-cs"/>
                <a:sym typeface="Calibri"/>
              </a:defRPr>
            </a:pPr>
            <a:r>
              <a:rPr lang="en-US" altLang="zh-CN" sz="2800" b="1" dirty="0">
                <a:latin typeface="宋体"/>
                <a:ea typeface="宋体"/>
                <a:cs typeface="宋体"/>
                <a:sym typeface="宋体"/>
              </a:rPr>
              <a:t>6.1  </a:t>
            </a:r>
            <a:r>
              <a:rPr lang="zh-CN" altLang="en-US" sz="2800" b="1" dirty="0">
                <a:latin typeface="宋体"/>
                <a:ea typeface="宋体"/>
                <a:cs typeface="宋体"/>
                <a:sym typeface="宋体"/>
              </a:rPr>
              <a:t>用于自定义数据集的</a:t>
            </a:r>
            <a:r>
              <a:rPr lang="en-US" altLang="zh-CN" sz="2800" b="1" dirty="0" err="1">
                <a:latin typeface="宋体"/>
                <a:ea typeface="宋体"/>
                <a:cs typeface="宋体"/>
                <a:sym typeface="宋体"/>
              </a:rPr>
              <a:t>torch.utils.data</a:t>
            </a:r>
            <a:r>
              <a:rPr lang="zh-CN" altLang="en-US" sz="2800" b="1" dirty="0">
                <a:latin typeface="宋体"/>
                <a:ea typeface="宋体"/>
                <a:cs typeface="宋体"/>
                <a:sym typeface="宋体"/>
              </a:rPr>
              <a:t>工具箱使用详解</a:t>
            </a:r>
            <a:endParaRPr lang="zh-CN" altLang="en-US" dirty="0">
              <a:latin typeface="宋体"/>
              <a:ea typeface="宋体"/>
              <a:cs typeface="宋体"/>
              <a:sym typeface="宋体"/>
            </a:endParaRPr>
          </a:p>
        </p:txBody>
      </p:sp>
      <p:sp>
        <p:nvSpPr>
          <p:cNvPr id="39" name="Shape 39"/>
          <p:cNvSpPr>
            <a:spLocks noGrp="1"/>
          </p:cNvSpPr>
          <p:nvPr>
            <p:ph type="body" sz="quarter" idx="4294967295"/>
          </p:nvPr>
        </p:nvSpPr>
        <p:spPr>
          <a:xfrm>
            <a:off x="317500" y="1417638"/>
            <a:ext cx="8229600" cy="630237"/>
          </a:xfrm>
          <a:prstGeom prst="rect">
            <a:avLst/>
          </a:prstGeom>
          <a:extLst>
            <a:ext uri="{C572A759-6A51-4108-AA02-DFA0A04FC94B}">
              <ma14:wrappingTextBoxFlag xmlns="" xmlns:ma14="http://schemas.microsoft.com/office/mac/drawingml/2011/main" val="1"/>
            </a:ext>
          </a:extLst>
        </p:spPr>
        <p:txBody>
          <a:bodyPr>
            <a:normAutofit/>
          </a:bodyPr>
          <a:lstStyle>
            <a:lvl1pPr marL="342899" indent="-342899">
              <a:buChar char="•"/>
              <a:defRPr sz="4000">
                <a:latin typeface="Songti SC Bold"/>
                <a:ea typeface="Songti SC Bold"/>
                <a:cs typeface="Songti SC Bold"/>
                <a:sym typeface="Songti SC Bold"/>
              </a:defRPr>
            </a:lvl1pPr>
          </a:lstStyle>
          <a:p>
            <a:pPr marL="0" indent="0">
              <a:buNone/>
            </a:pPr>
            <a:r>
              <a:rPr lang="en-US" altLang="zh-CN" sz="1800" b="1" kern="100" dirty="0">
                <a:effectLst/>
                <a:latin typeface="等线" panose="02010600030101010101" pitchFamily="2" charset="-122"/>
                <a:ea typeface="等线" panose="02010600030101010101" pitchFamily="2" charset="-122"/>
              </a:rPr>
              <a:t>6.1.2  </a:t>
            </a:r>
            <a:r>
              <a:rPr lang="zh-CN" altLang="en-US" sz="1800" b="1" kern="100" dirty="0">
                <a:effectLst/>
                <a:latin typeface="等线" panose="02010600030101010101" pitchFamily="2" charset="-122"/>
                <a:ea typeface="等线" panose="02010600030101010101" pitchFamily="2" charset="-122"/>
              </a:rPr>
              <a:t>改变数据类型的</a:t>
            </a:r>
            <a:r>
              <a:rPr lang="en-US" altLang="zh-CN" sz="1800" b="1" kern="100" dirty="0">
                <a:effectLst/>
                <a:latin typeface="等线" panose="02010600030101010101" pitchFamily="2" charset="-122"/>
                <a:ea typeface="等线" panose="02010600030101010101" pitchFamily="2" charset="-122"/>
              </a:rPr>
              <a:t>Dataset</a:t>
            </a:r>
            <a:r>
              <a:rPr lang="zh-CN" altLang="en-US" sz="1800" b="1" kern="100" dirty="0">
                <a:effectLst/>
                <a:latin typeface="等线" panose="02010600030101010101" pitchFamily="2" charset="-122"/>
                <a:ea typeface="等线" panose="02010600030101010101" pitchFamily="2" charset="-122"/>
              </a:rPr>
              <a:t>类中的</a:t>
            </a:r>
            <a:r>
              <a:rPr lang="en-US" altLang="zh-CN" sz="1800" b="1" kern="100" dirty="0">
                <a:effectLst/>
                <a:latin typeface="等线" panose="02010600030101010101" pitchFamily="2" charset="-122"/>
                <a:ea typeface="等线" panose="02010600030101010101" pitchFamily="2" charset="-122"/>
              </a:rPr>
              <a:t>transform</a:t>
            </a:r>
            <a:r>
              <a:rPr lang="zh-CN" altLang="en-US" sz="1800" b="1" kern="100" dirty="0">
                <a:effectLst/>
                <a:latin typeface="等线" panose="02010600030101010101" pitchFamily="2" charset="-122"/>
                <a:ea typeface="等线" panose="02010600030101010101" pitchFamily="2" charset="-122"/>
              </a:rPr>
              <a:t>使用</a:t>
            </a:r>
            <a:endParaRPr lang="zh-CN" altLang="en-US" dirty="0"/>
          </a:p>
        </p:txBody>
      </p:sp>
      <p:sp>
        <p:nvSpPr>
          <p:cNvPr id="13" name="文本框 12">
            <a:extLst>
              <a:ext uri="{FF2B5EF4-FFF2-40B4-BE49-F238E27FC236}">
                <a16:creationId xmlns:a16="http://schemas.microsoft.com/office/drawing/2014/main" id="{3D14EFC6-4C68-4087-9269-4A2026F9AB64}"/>
              </a:ext>
            </a:extLst>
          </p:cNvPr>
          <p:cNvSpPr txBox="1"/>
          <p:nvPr/>
        </p:nvSpPr>
        <p:spPr>
          <a:xfrm>
            <a:off x="457200" y="2047875"/>
            <a:ext cx="8515351" cy="1477328"/>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gn="just"/>
            <a:r>
              <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rPr>
              <a:t>对于我们获取的输入数据，对于</a:t>
            </a:r>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Pytorch2.0</a:t>
            </a:r>
            <a:r>
              <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rPr>
              <a:t>来说并不能够直接使用，因此我们最少需要一种转换的方法，将初始化载入的数据转化成我们所需要的样式。</a:t>
            </a:r>
          </a:p>
          <a:p>
            <a:pPr algn="just"/>
            <a:r>
              <a:rPr lang="zh-CN" altLang="zh-CN" sz="1800" b="1" kern="100" dirty="0">
                <a:effectLst/>
                <a:latin typeface="等线" panose="02010600030101010101" pitchFamily="2" charset="-122"/>
                <a:ea typeface="等线" panose="02010600030101010101" pitchFamily="2" charset="-122"/>
                <a:cs typeface="Times New Roman" panose="02020603050405020304" pitchFamily="18" charset="0"/>
              </a:rPr>
              <a:t>第一步：将自定义载入的参数转化为</a:t>
            </a:r>
            <a:r>
              <a:rPr lang="en-US" altLang="zh-CN" sz="1800" b="1" kern="100" dirty="0">
                <a:effectLst/>
                <a:latin typeface="等线" panose="02010600030101010101" pitchFamily="2" charset="-122"/>
                <a:ea typeface="等线" panose="02010600030101010101" pitchFamily="2" charset="-122"/>
                <a:cs typeface="Times New Roman" panose="02020603050405020304" pitchFamily="18" charset="0"/>
              </a:rPr>
              <a:t>Pytorch2.0</a:t>
            </a:r>
            <a:r>
              <a:rPr lang="zh-CN" altLang="zh-CN" sz="1800" b="1" kern="100" dirty="0">
                <a:effectLst/>
                <a:latin typeface="等线" panose="02010600030101010101" pitchFamily="2" charset="-122"/>
                <a:ea typeface="等线" panose="02010600030101010101" pitchFamily="2" charset="-122"/>
                <a:cs typeface="Times New Roman" panose="02020603050405020304" pitchFamily="18" charset="0"/>
              </a:rPr>
              <a:t>专用</a:t>
            </a:r>
            <a:r>
              <a:rPr lang="en-US" altLang="zh-CN" sz="1800" b="1" kern="100" dirty="0">
                <a:effectLst/>
                <a:latin typeface="等线" panose="02010600030101010101" pitchFamily="2" charset="-122"/>
                <a:ea typeface="等线" panose="02010600030101010101" pitchFamily="2" charset="-122"/>
                <a:cs typeface="Times New Roman" panose="02020603050405020304" pitchFamily="18" charset="0"/>
              </a:rPr>
              <a:t>tensor</a:t>
            </a:r>
            <a:r>
              <a:rPr lang="zh-CN" altLang="zh-CN" sz="1800" b="1" kern="100" dirty="0">
                <a:effectLst/>
                <a:latin typeface="等线" panose="02010600030101010101" pitchFamily="2" charset="-122"/>
                <a:ea typeface="等线" panose="02010600030101010101" pitchFamily="2" charset="-122"/>
                <a:cs typeface="Times New Roman" panose="02020603050405020304" pitchFamily="18" charset="0"/>
              </a:rPr>
              <a:t>类</a:t>
            </a:r>
            <a:endPar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endParaRPr>
          </a:p>
          <a:p>
            <a:pPr algn="just"/>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	</a:t>
            </a:r>
            <a:r>
              <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rPr>
              <a:t>这一步的编写方法也很简单，我们只需要额外提供对于输入输出类的处理方法即可，代码如下所示：</a:t>
            </a:r>
          </a:p>
        </p:txBody>
      </p:sp>
      <p:pic>
        <p:nvPicPr>
          <p:cNvPr id="5" name="图片 4">
            <a:extLst>
              <a:ext uri="{FF2B5EF4-FFF2-40B4-BE49-F238E27FC236}">
                <a16:creationId xmlns:a16="http://schemas.microsoft.com/office/drawing/2014/main" id="{CA13438D-BDBC-4B88-B44F-3199496F84FA}"/>
              </a:ext>
            </a:extLst>
          </p:cNvPr>
          <p:cNvPicPr>
            <a:picLocks noChangeAspect="1"/>
          </p:cNvPicPr>
          <p:nvPr/>
        </p:nvPicPr>
        <p:blipFill>
          <a:blip r:embed="rId2"/>
          <a:stretch>
            <a:fillRect/>
          </a:stretch>
        </p:blipFill>
        <p:spPr>
          <a:xfrm>
            <a:off x="2461641" y="3843528"/>
            <a:ext cx="5306568" cy="466344"/>
          </a:xfrm>
          <a:prstGeom prst="rect">
            <a:avLst/>
          </a:prstGeom>
        </p:spPr>
      </p:pic>
    </p:spTree>
    <p:extLst>
      <p:ext uri="{BB962C8B-B14F-4D97-AF65-F5344CB8AC3E}">
        <p14:creationId xmlns:p14="http://schemas.microsoft.com/office/powerpoint/2010/main" val="444067998"/>
      </p:ext>
    </p:extLst>
  </p:cSld>
  <p:clrMapOvr>
    <a:masterClrMapping/>
  </p:clrMapOvr>
  <p:transition spd="slow"/>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 name="Shape 38"/>
          <p:cNvSpPr>
            <a:spLocks noGrp="1"/>
          </p:cNvSpPr>
          <p:nvPr>
            <p:ph type="title" idx="4294967295"/>
          </p:nvPr>
        </p:nvSpPr>
        <p:spPr>
          <a:xfrm>
            <a:off x="457200" y="274637"/>
            <a:ext cx="8229600" cy="1143001"/>
          </a:xfrm>
          <a:prstGeom prst="rect">
            <a:avLst/>
          </a:prstGeom>
          <a:extLst>
            <a:ext uri="{C572A759-6A51-4108-AA02-DFA0A04FC94B}">
              <ma14:wrappingTextBoxFlag xmlns:ma14="http://schemas.microsoft.com/office/mac/drawingml/2011/main" xmlns="" val="1"/>
            </a:ext>
          </a:extLst>
        </p:spPr>
        <p:txBody>
          <a:bodyPr>
            <a:normAutofit fontScale="90000"/>
          </a:bodyPr>
          <a:lstStyle>
            <a:lvl1pPr defTabSz="539495">
              <a:defRPr sz="2596">
                <a:latin typeface="宋体"/>
                <a:ea typeface="宋体"/>
                <a:cs typeface="宋体"/>
                <a:sym typeface="宋体"/>
              </a:defRPr>
            </a:lvl1pPr>
          </a:lstStyle>
          <a:p>
            <a:pPr>
              <a:defRPr>
                <a:latin typeface="+mj-lt"/>
                <a:ea typeface="+mj-ea"/>
                <a:cs typeface="+mj-cs"/>
                <a:sym typeface="Calibri"/>
              </a:defRPr>
            </a:pPr>
            <a:r>
              <a:rPr lang="en-US" altLang="zh-CN" sz="3600" b="1" dirty="0">
                <a:latin typeface="宋体"/>
                <a:ea typeface="宋体"/>
                <a:cs typeface="宋体"/>
                <a:sym typeface="宋体"/>
              </a:rPr>
              <a:t>6.1  </a:t>
            </a:r>
            <a:r>
              <a:rPr lang="zh-CN" altLang="en-US" sz="3600" b="1" dirty="0">
                <a:latin typeface="宋体"/>
                <a:ea typeface="宋体"/>
                <a:cs typeface="宋体"/>
                <a:sym typeface="宋体"/>
              </a:rPr>
              <a:t>用于自定义数据集的</a:t>
            </a:r>
            <a:r>
              <a:rPr lang="en-US" altLang="zh-CN" sz="3600" b="1" dirty="0" err="1">
                <a:latin typeface="宋体"/>
                <a:ea typeface="宋体"/>
                <a:cs typeface="宋体"/>
                <a:sym typeface="宋体"/>
              </a:rPr>
              <a:t>torch.utils.data</a:t>
            </a:r>
            <a:r>
              <a:rPr lang="zh-CN" altLang="en-US" sz="3600" b="1" dirty="0">
                <a:latin typeface="宋体"/>
                <a:ea typeface="宋体"/>
                <a:cs typeface="宋体"/>
                <a:sym typeface="宋体"/>
              </a:rPr>
              <a:t>工具箱使用详解</a:t>
            </a:r>
          </a:p>
        </p:txBody>
      </p:sp>
      <p:sp>
        <p:nvSpPr>
          <p:cNvPr id="6" name="文本框 5">
            <a:extLst>
              <a:ext uri="{FF2B5EF4-FFF2-40B4-BE49-F238E27FC236}">
                <a16:creationId xmlns:a16="http://schemas.microsoft.com/office/drawing/2014/main" id="{77E74240-1CEE-4E1E-B360-53A2BD352F78}"/>
              </a:ext>
            </a:extLst>
          </p:cNvPr>
          <p:cNvSpPr txBox="1"/>
          <p:nvPr/>
        </p:nvSpPr>
        <p:spPr>
          <a:xfrm>
            <a:off x="209550" y="1417638"/>
            <a:ext cx="6657975" cy="51347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gn="just">
              <a:lnSpc>
                <a:spcPct val="173000"/>
              </a:lnSpc>
              <a:spcBef>
                <a:spcPts val="1300"/>
              </a:spcBef>
              <a:spcAft>
                <a:spcPts val="1300"/>
              </a:spcAft>
            </a:pPr>
            <a:r>
              <a:rPr lang="en-US" altLang="zh-CN" sz="1800" b="1" kern="100" dirty="0">
                <a:effectLst/>
                <a:latin typeface="等线" panose="02010600030101010101" pitchFamily="2" charset="-122"/>
                <a:ea typeface="等线" panose="02010600030101010101" pitchFamily="2" charset="-122"/>
              </a:rPr>
              <a:t>6.1.3  </a:t>
            </a:r>
            <a:r>
              <a:rPr lang="zh-CN" altLang="en-US" sz="1800" b="1" kern="100" dirty="0">
                <a:effectLst/>
                <a:latin typeface="等线" panose="02010600030101010101" pitchFamily="2" charset="-122"/>
                <a:ea typeface="等线" panose="02010600030101010101" pitchFamily="2" charset="-122"/>
              </a:rPr>
              <a:t>批量输出数据的</a:t>
            </a:r>
            <a:r>
              <a:rPr lang="en-US" altLang="zh-CN" sz="1800" b="1" kern="100" dirty="0" err="1">
                <a:effectLst/>
                <a:latin typeface="等线" panose="02010600030101010101" pitchFamily="2" charset="-122"/>
                <a:ea typeface="等线" panose="02010600030101010101" pitchFamily="2" charset="-122"/>
              </a:rPr>
              <a:t>DataLoader</a:t>
            </a:r>
            <a:r>
              <a:rPr lang="zh-CN" altLang="en-US" sz="1800" b="1" kern="100" dirty="0">
                <a:effectLst/>
                <a:latin typeface="等线" panose="02010600030101010101" pitchFamily="2" charset="-122"/>
                <a:ea typeface="等线" panose="02010600030101010101" pitchFamily="2" charset="-122"/>
              </a:rPr>
              <a:t>类详解</a:t>
            </a:r>
            <a:endParaRPr lang="zh-CN" altLang="zh-CN" sz="1800" b="1" kern="100" dirty="0">
              <a:effectLst/>
              <a:latin typeface="等线" panose="02010600030101010101" pitchFamily="2" charset="-122"/>
              <a:ea typeface="等线" panose="02010600030101010101" pitchFamily="2" charset="-122"/>
            </a:endParaRPr>
          </a:p>
        </p:txBody>
      </p:sp>
      <p:sp>
        <p:nvSpPr>
          <p:cNvPr id="8" name="文本框 7">
            <a:extLst>
              <a:ext uri="{FF2B5EF4-FFF2-40B4-BE49-F238E27FC236}">
                <a16:creationId xmlns:a16="http://schemas.microsoft.com/office/drawing/2014/main" id="{933FD8AC-9C44-488E-A07A-0C888EFAD5C6}"/>
              </a:ext>
            </a:extLst>
          </p:cNvPr>
          <p:cNvSpPr txBox="1"/>
          <p:nvPr/>
        </p:nvSpPr>
        <p:spPr>
          <a:xfrm>
            <a:off x="457201" y="2047875"/>
            <a:ext cx="8229599" cy="169289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gn="just"/>
            <a:r>
              <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rPr>
              <a:t>下面到了作者讲解</a:t>
            </a:r>
            <a:r>
              <a:rPr lang="en-US" altLang="zh-CN" sz="1800" kern="100" dirty="0" err="1">
                <a:effectLst/>
                <a:latin typeface="等线" panose="02010600030101010101" pitchFamily="2" charset="-122"/>
                <a:ea typeface="等线" panose="02010600030101010101" pitchFamily="2" charset="-122"/>
                <a:cs typeface="Times New Roman" panose="02020603050405020304" pitchFamily="18" charset="0"/>
              </a:rPr>
              <a:t>torch.utils.data</a:t>
            </a:r>
            <a:r>
              <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rPr>
              <a:t>工具箱中最后一个工具，针对批量输出数据的</a:t>
            </a:r>
            <a:r>
              <a:rPr lang="en-US" altLang="zh-CN" sz="1800" kern="100" dirty="0" err="1">
                <a:effectLst/>
                <a:latin typeface="等线" panose="02010600030101010101" pitchFamily="2" charset="-122"/>
                <a:ea typeface="等线" panose="02010600030101010101" pitchFamily="2" charset="-122"/>
                <a:cs typeface="Times New Roman" panose="02020603050405020304" pitchFamily="18" charset="0"/>
              </a:rPr>
              <a:t>DataLoader</a:t>
            </a:r>
            <a:r>
              <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rPr>
              <a:t>类。</a:t>
            </a:r>
          </a:p>
          <a:p>
            <a:pPr algn="just"/>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	</a:t>
            </a:r>
            <a:r>
              <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rPr>
              <a:t>首先需要说明的是，</a:t>
            </a:r>
            <a:r>
              <a:rPr lang="en-US" altLang="zh-CN" sz="1800" kern="100" dirty="0" err="1">
                <a:effectLst/>
                <a:latin typeface="等线" panose="02010600030101010101" pitchFamily="2" charset="-122"/>
                <a:ea typeface="等线" panose="02010600030101010101" pitchFamily="2" charset="-122"/>
                <a:cs typeface="Times New Roman" panose="02020603050405020304" pitchFamily="18" charset="0"/>
              </a:rPr>
              <a:t>DataLoader</a:t>
            </a:r>
            <a:r>
              <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rPr>
              <a:t>就是为了解决使用</a:t>
            </a:r>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Dataset</a:t>
            </a:r>
            <a:r>
              <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rPr>
              <a:t>自定义封装的数据时无法对数据进行批量化处理的问题，其使用非常简单，只需要将其包装在使用</a:t>
            </a:r>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Dataset</a:t>
            </a:r>
            <a:r>
              <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rPr>
              <a:t>封装好的数据集外即可。代码如下所示</a:t>
            </a:r>
          </a:p>
          <a:p>
            <a:pPr lvl="0" algn="just">
              <a:lnSpc>
                <a:spcPts val="1570"/>
              </a:lnSpc>
            </a:pPr>
            <a:endPar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endParaRPr>
          </a:p>
        </p:txBody>
      </p:sp>
      <p:pic>
        <p:nvPicPr>
          <p:cNvPr id="3" name="图片 2">
            <a:extLst>
              <a:ext uri="{FF2B5EF4-FFF2-40B4-BE49-F238E27FC236}">
                <a16:creationId xmlns:a16="http://schemas.microsoft.com/office/drawing/2014/main" id="{6806E854-2DE5-4771-8484-C9F8CB8AA1F6}"/>
              </a:ext>
            </a:extLst>
          </p:cNvPr>
          <p:cNvPicPr>
            <a:picLocks noChangeAspect="1"/>
          </p:cNvPicPr>
          <p:nvPr/>
        </p:nvPicPr>
        <p:blipFill>
          <a:blip r:embed="rId2"/>
          <a:stretch>
            <a:fillRect/>
          </a:stretch>
        </p:blipFill>
        <p:spPr>
          <a:xfrm>
            <a:off x="2375916" y="4371011"/>
            <a:ext cx="5306568" cy="620268"/>
          </a:xfrm>
          <a:prstGeom prst="rect">
            <a:avLst/>
          </a:prstGeom>
        </p:spPr>
      </p:pic>
    </p:spTree>
    <p:extLst>
      <p:ext uri="{BB962C8B-B14F-4D97-AF65-F5344CB8AC3E}">
        <p14:creationId xmlns:p14="http://schemas.microsoft.com/office/powerpoint/2010/main" val="1809390250"/>
      </p:ext>
    </p:extLst>
  </p:cSld>
  <p:clrMapOvr>
    <a:masterClrMapping/>
  </p:clrMapOvr>
  <p:transition spd="slow"/>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 name="Shape 38"/>
          <p:cNvSpPr>
            <a:spLocks noGrp="1"/>
          </p:cNvSpPr>
          <p:nvPr>
            <p:ph type="title" idx="4294967295"/>
          </p:nvPr>
        </p:nvSpPr>
        <p:spPr>
          <a:xfrm>
            <a:off x="457200" y="274637"/>
            <a:ext cx="8229600" cy="1143001"/>
          </a:xfrm>
          <a:prstGeom prst="rect">
            <a:avLst/>
          </a:prstGeom>
          <a:extLst>
            <a:ext uri="{C572A759-6A51-4108-AA02-DFA0A04FC94B}">
              <ma14:wrappingTextBoxFlag xmlns="" xmlns:ma14="http://schemas.microsoft.com/office/mac/drawingml/2011/main" val="1"/>
            </a:ext>
          </a:extLst>
        </p:spPr>
        <p:txBody>
          <a:bodyPr>
            <a:normAutofit/>
          </a:bodyPr>
          <a:lstStyle>
            <a:lvl1pPr defTabSz="539495">
              <a:defRPr sz="2596">
                <a:latin typeface="宋体"/>
                <a:ea typeface="宋体"/>
                <a:cs typeface="宋体"/>
                <a:sym typeface="宋体"/>
              </a:defRPr>
            </a:lvl1pPr>
          </a:lstStyle>
          <a:p>
            <a:pPr>
              <a:defRPr>
                <a:latin typeface="+mj-lt"/>
                <a:ea typeface="+mj-ea"/>
                <a:cs typeface="+mj-cs"/>
                <a:sym typeface="Calibri"/>
              </a:defRPr>
            </a:pPr>
            <a:r>
              <a:rPr lang="en-US" altLang="zh-CN" sz="2800" b="1" dirty="0">
                <a:latin typeface="宋体"/>
                <a:ea typeface="宋体"/>
                <a:cs typeface="宋体"/>
                <a:sym typeface="宋体"/>
              </a:rPr>
              <a:t>6.2  </a:t>
            </a:r>
            <a:r>
              <a:rPr lang="zh-CN" altLang="en-US" sz="2800" b="1" dirty="0">
                <a:latin typeface="宋体"/>
                <a:ea typeface="宋体"/>
                <a:cs typeface="宋体"/>
                <a:sym typeface="宋体"/>
              </a:rPr>
              <a:t>基于</a:t>
            </a:r>
            <a:r>
              <a:rPr lang="en-US" altLang="zh-CN" sz="2800" b="1" dirty="0" err="1">
                <a:latin typeface="宋体"/>
                <a:ea typeface="宋体"/>
                <a:cs typeface="宋体"/>
                <a:sym typeface="宋体"/>
              </a:rPr>
              <a:t>tensorboardX</a:t>
            </a:r>
            <a:r>
              <a:rPr lang="zh-CN" altLang="en-US" sz="2800" b="1" dirty="0">
                <a:latin typeface="宋体"/>
                <a:ea typeface="宋体"/>
                <a:cs typeface="宋体"/>
                <a:sym typeface="宋体"/>
              </a:rPr>
              <a:t>的训练可视化展示</a:t>
            </a:r>
            <a:endParaRPr lang="zh-CN" altLang="en-US" dirty="0">
              <a:latin typeface="宋体"/>
              <a:ea typeface="宋体"/>
              <a:cs typeface="宋体"/>
              <a:sym typeface="宋体"/>
            </a:endParaRPr>
          </a:p>
        </p:txBody>
      </p:sp>
      <p:sp>
        <p:nvSpPr>
          <p:cNvPr id="6" name="文本框 5">
            <a:extLst>
              <a:ext uri="{FF2B5EF4-FFF2-40B4-BE49-F238E27FC236}">
                <a16:creationId xmlns:a16="http://schemas.microsoft.com/office/drawing/2014/main" id="{29D0C010-5E46-4FBB-AFD9-FA4A40768EF5}"/>
              </a:ext>
            </a:extLst>
          </p:cNvPr>
          <p:cNvSpPr txBox="1"/>
          <p:nvPr/>
        </p:nvSpPr>
        <p:spPr>
          <a:xfrm>
            <a:off x="180975" y="1314450"/>
            <a:ext cx="8763000" cy="51347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gn="just">
              <a:lnSpc>
                <a:spcPct val="173000"/>
              </a:lnSpc>
              <a:spcBef>
                <a:spcPts val="1300"/>
              </a:spcBef>
              <a:spcAft>
                <a:spcPts val="1300"/>
              </a:spcAft>
            </a:pPr>
            <a:r>
              <a:rPr lang="en-US" altLang="zh-CN" sz="1800" b="1" kern="100" dirty="0">
                <a:effectLst/>
                <a:latin typeface="等线" panose="02010600030101010101" pitchFamily="2" charset="-122"/>
                <a:ea typeface="等线" panose="02010600030101010101" pitchFamily="2" charset="-122"/>
              </a:rPr>
              <a:t>6.2.1  Pytorch2.0</a:t>
            </a:r>
            <a:r>
              <a:rPr lang="zh-CN" altLang="en-US" sz="1800" b="1" kern="100" dirty="0">
                <a:effectLst/>
                <a:latin typeface="等线" panose="02010600030101010101" pitchFamily="2" charset="-122"/>
                <a:ea typeface="等线" panose="02010600030101010101" pitchFamily="2" charset="-122"/>
              </a:rPr>
              <a:t>模型可视化组件</a:t>
            </a:r>
            <a:r>
              <a:rPr lang="en-US" altLang="zh-CN" sz="1800" b="1" kern="100" dirty="0" err="1">
                <a:effectLst/>
                <a:latin typeface="等线" panose="02010600030101010101" pitchFamily="2" charset="-122"/>
                <a:ea typeface="等线" panose="02010600030101010101" pitchFamily="2" charset="-122"/>
              </a:rPr>
              <a:t>tensorboardX</a:t>
            </a:r>
            <a:r>
              <a:rPr lang="zh-CN" altLang="en-US" sz="1800" b="1" kern="100" dirty="0">
                <a:effectLst/>
                <a:latin typeface="等线" panose="02010600030101010101" pitchFamily="2" charset="-122"/>
                <a:ea typeface="等线" panose="02010600030101010101" pitchFamily="2" charset="-122"/>
              </a:rPr>
              <a:t>的安装与简介</a:t>
            </a:r>
            <a:endParaRPr lang="zh-CN" altLang="zh-CN" sz="1800" b="1" kern="100" dirty="0">
              <a:effectLst/>
              <a:latin typeface="等线" panose="02010600030101010101" pitchFamily="2" charset="-122"/>
              <a:ea typeface="等线" panose="02010600030101010101" pitchFamily="2" charset="-122"/>
            </a:endParaRPr>
          </a:p>
        </p:txBody>
      </p:sp>
      <p:sp>
        <p:nvSpPr>
          <p:cNvPr id="12" name="文本框 11">
            <a:extLst>
              <a:ext uri="{FF2B5EF4-FFF2-40B4-BE49-F238E27FC236}">
                <a16:creationId xmlns:a16="http://schemas.microsoft.com/office/drawing/2014/main" id="{C1F7676E-D47F-425D-B29B-D625ECF06481}"/>
              </a:ext>
            </a:extLst>
          </p:cNvPr>
          <p:cNvSpPr txBox="1"/>
          <p:nvPr/>
        </p:nvSpPr>
        <p:spPr>
          <a:xfrm>
            <a:off x="342900" y="2028826"/>
            <a:ext cx="7686675" cy="3970318"/>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indent="266700" algn="just"/>
            <a:r>
              <a:rPr lang="zh-CN" altLang="en-US" sz="1800" kern="100" dirty="0">
                <a:effectLst/>
                <a:latin typeface="等线" panose="02010600030101010101" pitchFamily="2" charset="-122"/>
                <a:ea typeface="等线" panose="02010600030101010101" pitchFamily="2" charset="-122"/>
                <a:cs typeface="Times New Roman" panose="02020603050405020304" pitchFamily="18" charset="0"/>
              </a:rPr>
              <a:t>在前面的章节中，作者介绍了</a:t>
            </a:r>
            <a:r>
              <a:rPr lang="en-US" altLang="zh-CN" sz="1800" kern="100" dirty="0" err="1">
                <a:effectLst/>
                <a:latin typeface="等线" panose="02010600030101010101" pitchFamily="2" charset="-122"/>
                <a:ea typeface="等线" panose="02010600030101010101" pitchFamily="2" charset="-122"/>
                <a:cs typeface="Times New Roman" panose="02020603050405020304" pitchFamily="18" charset="0"/>
              </a:rPr>
              <a:t>netron</a:t>
            </a:r>
            <a:r>
              <a:rPr lang="zh-CN" altLang="en-US" sz="1800" kern="100" dirty="0">
                <a:effectLst/>
                <a:latin typeface="等线" panose="02010600030101010101" pitchFamily="2" charset="-122"/>
                <a:ea typeface="等线" panose="02010600030101010101" pitchFamily="2" charset="-122"/>
                <a:cs typeface="Times New Roman" panose="02020603050405020304" pitchFamily="18" charset="0"/>
              </a:rPr>
              <a:t>的安装与使用，这是一种可视化</a:t>
            </a:r>
            <a:r>
              <a:rPr lang="en-US" altLang="zh-CN" sz="1800" kern="100" dirty="0" err="1">
                <a:effectLst/>
                <a:latin typeface="等线" panose="02010600030101010101" pitchFamily="2" charset="-122"/>
                <a:ea typeface="等线" panose="02010600030101010101" pitchFamily="2" charset="-122"/>
                <a:cs typeface="Times New Roman" panose="02020603050405020304" pitchFamily="18" charset="0"/>
              </a:rPr>
              <a:t>Pytorch</a:t>
            </a:r>
            <a:r>
              <a:rPr lang="zh-CN" altLang="en-US" sz="1800" kern="100" dirty="0">
                <a:effectLst/>
                <a:latin typeface="等线" panose="02010600030101010101" pitchFamily="2" charset="-122"/>
                <a:ea typeface="等线" panose="02010600030101010101" pitchFamily="2" charset="-122"/>
                <a:cs typeface="Times New Roman" panose="02020603050405020304" pitchFamily="18" charset="0"/>
              </a:rPr>
              <a:t>模型的方法，其好处是操作简单，可视性强。但是随之而来的是，</a:t>
            </a:r>
            <a:r>
              <a:rPr lang="en-US" altLang="zh-CN" sz="1800" kern="100" dirty="0" err="1">
                <a:effectLst/>
                <a:latin typeface="等线" panose="02010600030101010101" pitchFamily="2" charset="-122"/>
                <a:ea typeface="等线" panose="02010600030101010101" pitchFamily="2" charset="-122"/>
                <a:cs typeface="Times New Roman" panose="02020603050405020304" pitchFamily="18" charset="0"/>
              </a:rPr>
              <a:t>netron</a:t>
            </a:r>
            <a:r>
              <a:rPr lang="zh-CN" altLang="en-US" sz="1800" kern="100" dirty="0">
                <a:effectLst/>
                <a:latin typeface="等线" panose="02010600030101010101" pitchFamily="2" charset="-122"/>
                <a:ea typeface="等线" panose="02010600030101010101" pitchFamily="2" charset="-122"/>
                <a:cs typeface="Times New Roman" panose="02020603050405020304" pitchFamily="18" charset="0"/>
              </a:rPr>
              <a:t>组件对模型的展示效果并不是非常准确，只能大致的展示出模型的组件与结构。</a:t>
            </a:r>
          </a:p>
          <a:p>
            <a:pPr indent="266700" algn="just"/>
            <a:r>
              <a:rPr lang="zh-CN" altLang="en-US" sz="1800" kern="100" dirty="0">
                <a:effectLst/>
                <a:latin typeface="等线" panose="02010600030101010101" pitchFamily="2" charset="-122"/>
                <a:ea typeface="等线" panose="02010600030101010101" pitchFamily="2" charset="-122"/>
                <a:cs typeface="Times New Roman" panose="02020603050405020304" pitchFamily="18" charset="0"/>
              </a:rPr>
              <a:t>	</a:t>
            </a:r>
            <a:r>
              <a:rPr lang="en-US" altLang="zh-CN" sz="1800" kern="100" dirty="0" err="1">
                <a:effectLst/>
                <a:latin typeface="等线" panose="02010600030101010101" pitchFamily="2" charset="-122"/>
                <a:ea typeface="等线" panose="02010600030101010101" pitchFamily="2" charset="-122"/>
                <a:cs typeface="Times New Roman" panose="02020603050405020304" pitchFamily="18" charset="0"/>
              </a:rPr>
              <a:t>tensorboardX</a:t>
            </a:r>
            <a:r>
              <a:rPr lang="zh-CN" altLang="en-US" sz="1800" kern="100" dirty="0">
                <a:effectLst/>
                <a:latin typeface="等线" panose="02010600030101010101" pitchFamily="2" charset="-122"/>
                <a:ea typeface="等线" panose="02010600030101010101" pitchFamily="2" charset="-122"/>
                <a:cs typeface="Times New Roman" panose="02020603050405020304" pitchFamily="18" charset="0"/>
              </a:rPr>
              <a:t>就是专门为</a:t>
            </a:r>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Pytorch2.0</a:t>
            </a:r>
            <a:r>
              <a:rPr lang="zh-CN" altLang="en-US" sz="1800" kern="100" dirty="0">
                <a:effectLst/>
                <a:latin typeface="等线" panose="02010600030101010101" pitchFamily="2" charset="-122"/>
                <a:ea typeface="等线" panose="02010600030101010101" pitchFamily="2" charset="-122"/>
                <a:cs typeface="Times New Roman" panose="02020603050405020304" pitchFamily="18" charset="0"/>
              </a:rPr>
              <a:t>进行模型展示与训练可视化的组件，可以记录模型训练过程的数字、图像等内容，以方便研究人员观察神经网络训练过程。</a:t>
            </a:r>
          </a:p>
          <a:p>
            <a:pPr indent="266700" algn="just"/>
            <a:r>
              <a:rPr lang="zh-CN" altLang="en-US" sz="1800" kern="100" dirty="0">
                <a:effectLst/>
                <a:latin typeface="等线" panose="02010600030101010101" pitchFamily="2" charset="-122"/>
                <a:ea typeface="等线" panose="02010600030101010101" pitchFamily="2" charset="-122"/>
                <a:cs typeface="Times New Roman" panose="02020603050405020304" pitchFamily="18" charset="0"/>
              </a:rPr>
              <a:t>首先对于</a:t>
            </a:r>
            <a:r>
              <a:rPr lang="en-US" altLang="zh-CN" sz="1800" kern="100" dirty="0" err="1">
                <a:effectLst/>
                <a:latin typeface="等线" panose="02010600030101010101" pitchFamily="2" charset="-122"/>
                <a:ea typeface="等线" panose="02010600030101010101" pitchFamily="2" charset="-122"/>
                <a:cs typeface="Times New Roman" panose="02020603050405020304" pitchFamily="18" charset="0"/>
              </a:rPr>
              <a:t>tensorboardX</a:t>
            </a:r>
            <a:r>
              <a:rPr lang="zh-CN" altLang="en-US" sz="1800" kern="100" dirty="0">
                <a:effectLst/>
                <a:latin typeface="等线" panose="02010600030101010101" pitchFamily="2" charset="-122"/>
                <a:ea typeface="等线" panose="02010600030101010101" pitchFamily="2" charset="-122"/>
                <a:cs typeface="Times New Roman" panose="02020603050405020304" pitchFamily="18" charset="0"/>
              </a:rPr>
              <a:t>安装，读者可以基于下面的安装代码进行安装（提醒读者一定要在前面安装的</a:t>
            </a:r>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Anaconda</a:t>
            </a:r>
            <a:r>
              <a:rPr lang="zh-CN" altLang="en-US" sz="1800" kern="100" dirty="0">
                <a:effectLst/>
                <a:latin typeface="等线" panose="02010600030101010101" pitchFamily="2" charset="-122"/>
                <a:ea typeface="等线" panose="02010600030101010101" pitchFamily="2" charset="-122"/>
                <a:cs typeface="Times New Roman" panose="02020603050405020304" pitchFamily="18" charset="0"/>
              </a:rPr>
              <a:t>或者</a:t>
            </a:r>
            <a:r>
              <a:rPr lang="en-US" altLang="zh-CN" sz="1800" kern="100" dirty="0" err="1">
                <a:effectLst/>
                <a:latin typeface="等线" panose="02010600030101010101" pitchFamily="2" charset="-122"/>
                <a:ea typeface="等线" panose="02010600030101010101" pitchFamily="2" charset="-122"/>
                <a:cs typeface="Times New Roman" panose="02020603050405020304" pitchFamily="18" charset="0"/>
              </a:rPr>
              <a:t>Miniconda</a:t>
            </a:r>
            <a:r>
              <a:rPr lang="zh-CN" altLang="en-US" sz="1800" kern="100" dirty="0">
                <a:effectLst/>
                <a:latin typeface="等线" panose="02010600030101010101" pitchFamily="2" charset="-122"/>
                <a:ea typeface="等线" panose="02010600030101010101" pitchFamily="2" charset="-122"/>
                <a:cs typeface="Times New Roman" panose="02020603050405020304" pitchFamily="18" charset="0"/>
              </a:rPr>
              <a:t>终端中进行。）：</a:t>
            </a:r>
          </a:p>
          <a:p>
            <a:pPr indent="266700" algn="just"/>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pip install </a:t>
            </a:r>
            <a:r>
              <a:rPr lang="en-US" altLang="zh-CN" sz="1800" kern="100" dirty="0" err="1">
                <a:effectLst/>
                <a:latin typeface="等线" panose="02010600030101010101" pitchFamily="2" charset="-122"/>
                <a:ea typeface="等线" panose="02010600030101010101" pitchFamily="2" charset="-122"/>
                <a:cs typeface="Times New Roman" panose="02020603050405020304" pitchFamily="18" charset="0"/>
              </a:rPr>
              <a:t>tensorboardX</a:t>
            </a:r>
            <a:endPar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endParaRPr>
          </a:p>
          <a:p>
            <a:pPr indent="266700" algn="just"/>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	</a:t>
            </a:r>
            <a:r>
              <a:rPr lang="zh-CN" altLang="en-US" sz="1800" kern="100" dirty="0">
                <a:effectLst/>
                <a:latin typeface="等线" panose="02010600030101010101" pitchFamily="2" charset="-122"/>
                <a:ea typeface="等线" panose="02010600030101010101" pitchFamily="2" charset="-122"/>
                <a:cs typeface="Times New Roman" panose="02020603050405020304" pitchFamily="18" charset="0"/>
              </a:rPr>
              <a:t>这里作者在前面已经提醒了，这一步部分的操作一定要在</a:t>
            </a:r>
            <a:r>
              <a:rPr lang="en-US" altLang="zh-CN" sz="1800" kern="100" dirty="0" err="1">
                <a:effectLst/>
                <a:latin typeface="等线" panose="02010600030101010101" pitchFamily="2" charset="-122"/>
                <a:ea typeface="等线" panose="02010600030101010101" pitchFamily="2" charset="-122"/>
                <a:cs typeface="Times New Roman" panose="02020603050405020304" pitchFamily="18" charset="0"/>
              </a:rPr>
              <a:t>Miniconda</a:t>
            </a:r>
            <a:r>
              <a:rPr lang="zh-CN" altLang="en-US" sz="1800" kern="100" dirty="0">
                <a:effectLst/>
                <a:latin typeface="等线" panose="02010600030101010101" pitchFamily="2" charset="-122"/>
                <a:ea typeface="等线" panose="02010600030101010101" pitchFamily="2" charset="-122"/>
                <a:cs typeface="Times New Roman" panose="02020603050405020304" pitchFamily="18" charset="0"/>
              </a:rPr>
              <a:t>终端中进行，基于</a:t>
            </a:r>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pip</a:t>
            </a:r>
            <a:r>
              <a:rPr lang="zh-CN" altLang="en-US" sz="1800" kern="100" dirty="0">
                <a:effectLst/>
                <a:latin typeface="等线" panose="02010600030101010101" pitchFamily="2" charset="-122"/>
                <a:ea typeface="等线" panose="02010600030101010101" pitchFamily="2" charset="-122"/>
                <a:cs typeface="Times New Roman" panose="02020603050405020304" pitchFamily="18" charset="0"/>
              </a:rPr>
              <a:t>的安装和后续操作都是这样。</a:t>
            </a:r>
          </a:p>
          <a:p>
            <a:pPr algn="just"/>
            <a:endPar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endParaRPr>
          </a:p>
        </p:txBody>
      </p:sp>
    </p:spTree>
    <p:extLst>
      <p:ext uri="{BB962C8B-B14F-4D97-AF65-F5344CB8AC3E}">
        <p14:creationId xmlns:p14="http://schemas.microsoft.com/office/powerpoint/2010/main" val="3551130021"/>
      </p:ext>
    </p:extLst>
  </p:cSld>
  <p:clrMapOvr>
    <a:masterClrMapping/>
  </p:clrMapOvr>
  <p:transition spd="slow"/>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 name="Shape 38"/>
          <p:cNvSpPr>
            <a:spLocks noGrp="1"/>
          </p:cNvSpPr>
          <p:nvPr>
            <p:ph type="title" idx="4294967295"/>
          </p:nvPr>
        </p:nvSpPr>
        <p:spPr>
          <a:xfrm>
            <a:off x="457200" y="274637"/>
            <a:ext cx="8229600" cy="1143001"/>
          </a:xfrm>
          <a:prstGeom prst="rect">
            <a:avLst/>
          </a:prstGeom>
          <a:extLst>
            <a:ext uri="{C572A759-6A51-4108-AA02-DFA0A04FC94B}">
              <ma14:wrappingTextBoxFlag xmlns:ma14="http://schemas.microsoft.com/office/mac/drawingml/2011/main" xmlns="" val="1"/>
            </a:ext>
          </a:extLst>
        </p:spPr>
        <p:txBody>
          <a:bodyPr>
            <a:normAutofit/>
          </a:bodyPr>
          <a:lstStyle>
            <a:lvl1pPr defTabSz="539495">
              <a:defRPr sz="2596">
                <a:latin typeface="宋体"/>
                <a:ea typeface="宋体"/>
                <a:cs typeface="宋体"/>
                <a:sym typeface="宋体"/>
              </a:defRPr>
            </a:lvl1pPr>
          </a:lstStyle>
          <a:p>
            <a:pPr>
              <a:defRPr>
                <a:latin typeface="+mj-lt"/>
                <a:ea typeface="+mj-ea"/>
                <a:cs typeface="+mj-cs"/>
                <a:sym typeface="Calibri"/>
              </a:defRPr>
            </a:pPr>
            <a:r>
              <a:rPr lang="en-US" altLang="zh-CN" sz="2800" b="1" dirty="0">
                <a:latin typeface="宋体"/>
                <a:ea typeface="宋体"/>
                <a:cs typeface="宋体"/>
                <a:sym typeface="宋体"/>
              </a:rPr>
              <a:t>6.2  </a:t>
            </a:r>
            <a:r>
              <a:rPr lang="zh-CN" altLang="en-US" sz="2800" b="1" dirty="0">
                <a:latin typeface="宋体"/>
                <a:ea typeface="宋体"/>
                <a:cs typeface="宋体"/>
                <a:sym typeface="宋体"/>
              </a:rPr>
              <a:t>基于</a:t>
            </a:r>
            <a:r>
              <a:rPr lang="en-US" altLang="zh-CN" sz="2800" b="1" dirty="0" err="1">
                <a:latin typeface="宋体"/>
                <a:ea typeface="宋体"/>
                <a:cs typeface="宋体"/>
                <a:sym typeface="宋体"/>
              </a:rPr>
              <a:t>tensorboardX</a:t>
            </a:r>
            <a:r>
              <a:rPr lang="zh-CN" altLang="en-US" sz="2800" b="1" dirty="0">
                <a:latin typeface="宋体"/>
                <a:ea typeface="宋体"/>
                <a:cs typeface="宋体"/>
                <a:sym typeface="宋体"/>
              </a:rPr>
              <a:t>的训练可视化展示</a:t>
            </a:r>
            <a:endParaRPr lang="zh-CN" altLang="en-US" dirty="0">
              <a:latin typeface="宋体"/>
              <a:ea typeface="宋体"/>
              <a:cs typeface="宋体"/>
              <a:sym typeface="宋体"/>
            </a:endParaRPr>
          </a:p>
        </p:txBody>
      </p:sp>
      <p:sp>
        <p:nvSpPr>
          <p:cNvPr id="6" name="文本框 5">
            <a:extLst>
              <a:ext uri="{FF2B5EF4-FFF2-40B4-BE49-F238E27FC236}">
                <a16:creationId xmlns:a16="http://schemas.microsoft.com/office/drawing/2014/main" id="{29D0C010-5E46-4FBB-AFD9-FA4A40768EF5}"/>
              </a:ext>
            </a:extLst>
          </p:cNvPr>
          <p:cNvSpPr txBox="1"/>
          <p:nvPr/>
        </p:nvSpPr>
        <p:spPr>
          <a:xfrm>
            <a:off x="190500" y="1160901"/>
            <a:ext cx="8763000" cy="51347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gn="just">
              <a:lnSpc>
                <a:spcPct val="173000"/>
              </a:lnSpc>
              <a:spcBef>
                <a:spcPts val="1300"/>
              </a:spcBef>
              <a:spcAft>
                <a:spcPts val="1300"/>
              </a:spcAft>
            </a:pPr>
            <a:r>
              <a:rPr lang="en-US" altLang="zh-CN" sz="1800" b="1" kern="100" dirty="0">
                <a:effectLst/>
                <a:latin typeface="等线" panose="02010600030101010101" pitchFamily="2" charset="-122"/>
                <a:ea typeface="等线" panose="02010600030101010101" pitchFamily="2" charset="-122"/>
              </a:rPr>
              <a:t>6.2.2  </a:t>
            </a:r>
            <a:r>
              <a:rPr lang="en-US" altLang="zh-CN" sz="1800" b="1" kern="100" dirty="0" err="1">
                <a:effectLst/>
                <a:latin typeface="等线" panose="02010600030101010101" pitchFamily="2" charset="-122"/>
                <a:ea typeface="等线" panose="02010600030101010101" pitchFamily="2" charset="-122"/>
              </a:rPr>
              <a:t>tensorboardX</a:t>
            </a:r>
            <a:r>
              <a:rPr lang="zh-CN" altLang="en-US" sz="1800" b="1" kern="100" dirty="0">
                <a:effectLst/>
                <a:latin typeface="等线" panose="02010600030101010101" pitchFamily="2" charset="-122"/>
                <a:ea typeface="等线" panose="02010600030101010101" pitchFamily="2" charset="-122"/>
              </a:rPr>
              <a:t>可视化组件的使用</a:t>
            </a:r>
            <a:endParaRPr lang="zh-CN" altLang="zh-CN" sz="1800" b="1" kern="100" dirty="0">
              <a:effectLst/>
              <a:latin typeface="等线" panose="02010600030101010101" pitchFamily="2" charset="-122"/>
              <a:ea typeface="等线" panose="02010600030101010101" pitchFamily="2" charset="-122"/>
            </a:endParaRPr>
          </a:p>
        </p:txBody>
      </p:sp>
      <p:sp>
        <p:nvSpPr>
          <p:cNvPr id="12" name="文本框 11">
            <a:extLst>
              <a:ext uri="{FF2B5EF4-FFF2-40B4-BE49-F238E27FC236}">
                <a16:creationId xmlns:a16="http://schemas.microsoft.com/office/drawing/2014/main" id="{C1F7676E-D47F-425D-B29B-D625ECF06481}"/>
              </a:ext>
            </a:extLst>
          </p:cNvPr>
          <p:cNvSpPr txBox="1"/>
          <p:nvPr/>
        </p:nvSpPr>
        <p:spPr>
          <a:xfrm>
            <a:off x="361950" y="1827924"/>
            <a:ext cx="8601075" cy="1754326"/>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gn="just"/>
            <a:r>
              <a:rPr lang="en-US" altLang="zh-CN" sz="1800" kern="100" dirty="0" err="1">
                <a:effectLst/>
                <a:latin typeface="等线" panose="02010600030101010101" pitchFamily="2" charset="-122"/>
                <a:ea typeface="等线" panose="02010600030101010101" pitchFamily="2" charset="-122"/>
                <a:cs typeface="Times New Roman" panose="02020603050405020304" pitchFamily="18" charset="0"/>
              </a:rPr>
              <a:t>tensorboardX</a:t>
            </a:r>
            <a:r>
              <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rPr>
              <a:t>最重要的作用之一是对模型的展示，读者可以遵循以下步骤获得模型的展示效果：</a:t>
            </a:r>
          </a:p>
          <a:p>
            <a:pPr algn="just"/>
            <a:r>
              <a:rPr lang="en-US" altLang="zh-CN" sz="1800" b="1" kern="100" dirty="0">
                <a:effectLst/>
                <a:latin typeface="等线" panose="02010600030101010101" pitchFamily="2" charset="-122"/>
                <a:ea typeface="等线" panose="02010600030101010101" pitchFamily="2" charset="-122"/>
                <a:cs typeface="Times New Roman" panose="02020603050405020304" pitchFamily="18" charset="0"/>
              </a:rPr>
              <a:t>1</a:t>
            </a:r>
            <a:r>
              <a:rPr lang="zh-CN" altLang="zh-CN" sz="1800" b="1" kern="100" dirty="0">
                <a:effectLst/>
                <a:latin typeface="等线" panose="02010600030101010101" pitchFamily="2" charset="-122"/>
                <a:ea typeface="等线" panose="02010600030101010101" pitchFamily="2" charset="-122"/>
                <a:cs typeface="Times New Roman" panose="02020603050405020304" pitchFamily="18" charset="0"/>
              </a:rPr>
              <a:t>、存储模型的计算过程</a:t>
            </a:r>
            <a:endPar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endParaRPr>
          </a:p>
          <a:p>
            <a:pPr algn="just"/>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	</a:t>
            </a:r>
            <a:r>
              <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rPr>
              <a:t>使用</a:t>
            </a:r>
            <a:r>
              <a:rPr lang="en-US" altLang="zh-CN" sz="1800" kern="100" dirty="0" err="1">
                <a:effectLst/>
                <a:latin typeface="等线" panose="02010600030101010101" pitchFamily="2" charset="-122"/>
                <a:ea typeface="等线" panose="02010600030101010101" pitchFamily="2" charset="-122"/>
                <a:cs typeface="Times New Roman" panose="02020603050405020304" pitchFamily="18" charset="0"/>
              </a:rPr>
              <a:t>tensorboardX</a:t>
            </a:r>
            <a:r>
              <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rPr>
              <a:t>首先第一步需要模拟一次模型的运算过程，读者可以用如下的代码实现这一过程，代码如下所示：</a:t>
            </a:r>
          </a:p>
          <a:p>
            <a:pPr algn="just"/>
            <a:endPar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endParaRPr>
          </a:p>
        </p:txBody>
      </p:sp>
      <p:pic>
        <p:nvPicPr>
          <p:cNvPr id="4" name="图片 3">
            <a:extLst>
              <a:ext uri="{FF2B5EF4-FFF2-40B4-BE49-F238E27FC236}">
                <a16:creationId xmlns:a16="http://schemas.microsoft.com/office/drawing/2014/main" id="{E0577FDE-C510-4789-92BE-A0C42DB5190C}"/>
              </a:ext>
            </a:extLst>
          </p:cNvPr>
          <p:cNvPicPr>
            <a:picLocks noChangeAspect="1"/>
          </p:cNvPicPr>
          <p:nvPr/>
        </p:nvPicPr>
        <p:blipFill>
          <a:blip r:embed="rId2"/>
          <a:stretch>
            <a:fillRect/>
          </a:stretch>
        </p:blipFill>
        <p:spPr>
          <a:xfrm>
            <a:off x="2909316" y="3755699"/>
            <a:ext cx="5306568" cy="1705356"/>
          </a:xfrm>
          <a:prstGeom prst="rect">
            <a:avLst/>
          </a:prstGeom>
        </p:spPr>
      </p:pic>
    </p:spTree>
    <p:extLst>
      <p:ext uri="{BB962C8B-B14F-4D97-AF65-F5344CB8AC3E}">
        <p14:creationId xmlns:p14="http://schemas.microsoft.com/office/powerpoint/2010/main" val="3170087031"/>
      </p:ext>
    </p:extLst>
  </p:cSld>
  <p:clrMapOvr>
    <a:masterClrMapping/>
  </p:clrMapOvr>
  <p:transition spd="slow"/>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 name="Shape 38"/>
          <p:cNvSpPr>
            <a:spLocks noGrp="1"/>
          </p:cNvSpPr>
          <p:nvPr>
            <p:ph type="title" idx="4294967295"/>
          </p:nvPr>
        </p:nvSpPr>
        <p:spPr>
          <a:xfrm>
            <a:off x="457200" y="274637"/>
            <a:ext cx="8229600" cy="1143001"/>
          </a:xfrm>
          <a:prstGeom prst="rect">
            <a:avLst/>
          </a:prstGeom>
          <a:extLst>
            <a:ext uri="{C572A759-6A51-4108-AA02-DFA0A04FC94B}">
              <ma14:wrappingTextBoxFlag xmlns:ma14="http://schemas.microsoft.com/office/mac/drawingml/2011/main" xmlns="" val="1"/>
            </a:ext>
          </a:extLst>
        </p:spPr>
        <p:txBody>
          <a:bodyPr>
            <a:normAutofit/>
          </a:bodyPr>
          <a:lstStyle>
            <a:lvl1pPr defTabSz="539495">
              <a:defRPr sz="2596">
                <a:latin typeface="宋体"/>
                <a:ea typeface="宋体"/>
                <a:cs typeface="宋体"/>
                <a:sym typeface="宋体"/>
              </a:defRPr>
            </a:lvl1pPr>
          </a:lstStyle>
          <a:p>
            <a:pPr>
              <a:defRPr>
                <a:latin typeface="+mj-lt"/>
                <a:ea typeface="+mj-ea"/>
                <a:cs typeface="+mj-cs"/>
                <a:sym typeface="Calibri"/>
              </a:defRPr>
            </a:pPr>
            <a:r>
              <a:rPr lang="en-US" altLang="zh-CN" sz="2800" b="1" dirty="0">
                <a:latin typeface="宋体"/>
                <a:ea typeface="宋体"/>
                <a:cs typeface="宋体"/>
                <a:sym typeface="宋体"/>
              </a:rPr>
              <a:t>6.2  </a:t>
            </a:r>
            <a:r>
              <a:rPr lang="zh-CN" altLang="en-US" sz="2800" b="1" dirty="0">
                <a:latin typeface="宋体"/>
                <a:ea typeface="宋体"/>
                <a:cs typeface="宋体"/>
                <a:sym typeface="宋体"/>
              </a:rPr>
              <a:t>基于</a:t>
            </a:r>
            <a:r>
              <a:rPr lang="en-US" altLang="zh-CN" sz="2800" b="1" dirty="0" err="1">
                <a:latin typeface="宋体"/>
                <a:ea typeface="宋体"/>
                <a:cs typeface="宋体"/>
                <a:sym typeface="宋体"/>
              </a:rPr>
              <a:t>tensorboardX</a:t>
            </a:r>
            <a:r>
              <a:rPr lang="zh-CN" altLang="en-US" sz="2800" b="1" dirty="0">
                <a:latin typeface="宋体"/>
                <a:ea typeface="宋体"/>
                <a:cs typeface="宋体"/>
                <a:sym typeface="宋体"/>
              </a:rPr>
              <a:t>的训练可视化展示</a:t>
            </a:r>
          </a:p>
        </p:txBody>
      </p:sp>
      <p:sp>
        <p:nvSpPr>
          <p:cNvPr id="6" name="文本框 5">
            <a:extLst>
              <a:ext uri="{FF2B5EF4-FFF2-40B4-BE49-F238E27FC236}">
                <a16:creationId xmlns:a16="http://schemas.microsoft.com/office/drawing/2014/main" id="{29D0C010-5E46-4FBB-AFD9-FA4A40768EF5}"/>
              </a:ext>
            </a:extLst>
          </p:cNvPr>
          <p:cNvSpPr txBox="1"/>
          <p:nvPr/>
        </p:nvSpPr>
        <p:spPr>
          <a:xfrm>
            <a:off x="180975" y="1314450"/>
            <a:ext cx="8763000" cy="36933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spcBef>
                <a:spcPts val="1200"/>
              </a:spcBef>
              <a:spcAft>
                <a:spcPts val="1200"/>
              </a:spcAft>
            </a:pPr>
            <a:r>
              <a:rPr lang="en-US" altLang="zh-CN" sz="1800" kern="100" dirty="0">
                <a:effectLst/>
                <a:latin typeface="方正姚体" panose="02010601030101010101" pitchFamily="2" charset="-122"/>
                <a:ea typeface="方正姚体" panose="02010601030101010101" pitchFamily="2" charset="-122"/>
                <a:cs typeface="Times New Roman" panose="02020603050405020304" pitchFamily="18" charset="0"/>
              </a:rPr>
              <a:t>6.2.3  </a:t>
            </a:r>
            <a:r>
              <a:rPr lang="en-US" altLang="zh-CN" sz="1800" kern="100" dirty="0" err="1">
                <a:effectLst/>
                <a:latin typeface="方正姚体" panose="02010601030101010101" pitchFamily="2" charset="-122"/>
                <a:ea typeface="方正姚体" panose="02010601030101010101" pitchFamily="2" charset="-122"/>
                <a:cs typeface="Times New Roman" panose="02020603050405020304" pitchFamily="18" charset="0"/>
              </a:rPr>
              <a:t>tensorboardX</a:t>
            </a:r>
            <a:r>
              <a:rPr lang="zh-CN" altLang="en-US" sz="1800" kern="100" dirty="0">
                <a:effectLst/>
                <a:latin typeface="方正姚体" panose="02010601030101010101" pitchFamily="2" charset="-122"/>
                <a:ea typeface="方正姚体" panose="02010601030101010101" pitchFamily="2" charset="-122"/>
                <a:cs typeface="Times New Roman" panose="02020603050405020304" pitchFamily="18" charset="0"/>
              </a:rPr>
              <a:t>对模型训练过程的展示</a:t>
            </a:r>
            <a:endParaRPr lang="zh-CN" altLang="zh-CN" sz="1800" kern="100" dirty="0">
              <a:effectLst/>
              <a:latin typeface="方正姚体" panose="02010601030101010101" pitchFamily="2" charset="-122"/>
              <a:ea typeface="方正姚体" panose="02010601030101010101" pitchFamily="2" charset="-122"/>
              <a:cs typeface="Times New Roman" panose="02020603050405020304" pitchFamily="18" charset="0"/>
            </a:endParaRPr>
          </a:p>
        </p:txBody>
      </p:sp>
      <p:sp>
        <p:nvSpPr>
          <p:cNvPr id="17" name="文本框 16">
            <a:extLst>
              <a:ext uri="{FF2B5EF4-FFF2-40B4-BE49-F238E27FC236}">
                <a16:creationId xmlns:a16="http://schemas.microsoft.com/office/drawing/2014/main" id="{B6BFB215-49A6-440D-8786-DC2C0BE760F8}"/>
              </a:ext>
            </a:extLst>
          </p:cNvPr>
          <p:cNvSpPr txBox="1"/>
          <p:nvPr/>
        </p:nvSpPr>
        <p:spPr>
          <a:xfrm>
            <a:off x="561975" y="2000250"/>
            <a:ext cx="8124825" cy="923330"/>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gn="just"/>
            <a:r>
              <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rPr>
              <a:t>模型结构的展示是一个重要的内容，而有的读者还希望了解模型在训练过程中出现的一些问题和参数变化，</a:t>
            </a:r>
            <a:r>
              <a:rPr lang="en-US" altLang="zh-CN" sz="1800" kern="100" dirty="0" err="1">
                <a:effectLst/>
                <a:latin typeface="等线" panose="02010600030101010101" pitchFamily="2" charset="-122"/>
                <a:ea typeface="等线" panose="02010600030101010101" pitchFamily="2" charset="-122"/>
                <a:cs typeface="Times New Roman" panose="02020603050405020304" pitchFamily="18" charset="0"/>
              </a:rPr>
              <a:t>tensorboardX</a:t>
            </a:r>
            <a:r>
              <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rPr>
              <a:t>同样提供了此功能，记录并展示了模型在训练过程中损失值的变化，代码如下所示：</a:t>
            </a:r>
          </a:p>
        </p:txBody>
      </p:sp>
      <p:pic>
        <p:nvPicPr>
          <p:cNvPr id="15" name="图片 14">
            <a:extLst>
              <a:ext uri="{FF2B5EF4-FFF2-40B4-BE49-F238E27FC236}">
                <a16:creationId xmlns:a16="http://schemas.microsoft.com/office/drawing/2014/main" id="{77D4C5E2-CF66-4B64-AEA5-7A94308A33E4}"/>
              </a:ext>
            </a:extLst>
          </p:cNvPr>
          <p:cNvPicPr>
            <a:picLocks noChangeAspect="1"/>
          </p:cNvPicPr>
          <p:nvPr/>
        </p:nvPicPr>
        <p:blipFill>
          <a:blip r:embed="rId2"/>
          <a:stretch>
            <a:fillRect/>
          </a:stretch>
        </p:blipFill>
        <p:spPr>
          <a:xfrm>
            <a:off x="2556891" y="3522345"/>
            <a:ext cx="5306568" cy="1394460"/>
          </a:xfrm>
          <a:prstGeom prst="rect">
            <a:avLst/>
          </a:prstGeom>
        </p:spPr>
      </p:pic>
    </p:spTree>
    <p:extLst>
      <p:ext uri="{BB962C8B-B14F-4D97-AF65-F5344CB8AC3E}">
        <p14:creationId xmlns:p14="http://schemas.microsoft.com/office/powerpoint/2010/main" val="1397154366"/>
      </p:ext>
    </p:extLst>
  </p:cSld>
  <p:clrMapOvr>
    <a:masterClrMapping/>
  </p:clrMapOvr>
  <p:transition spd="slow"/>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 name="Shape 93"/>
          <p:cNvSpPr>
            <a:spLocks noGrp="1"/>
          </p:cNvSpPr>
          <p:nvPr>
            <p:ph type="title" idx="4294967295"/>
          </p:nvPr>
        </p:nvSpPr>
        <p:spPr>
          <a:xfrm>
            <a:off x="457200" y="274637"/>
            <a:ext cx="8229600" cy="1143001"/>
          </a:xfrm>
          <a:prstGeom prst="rect">
            <a:avLst/>
          </a:prstGeom>
          <a:extLst>
            <a:ext uri="{C572A759-6A51-4108-AA02-DFA0A04FC94B}">
              <ma14:wrappingTextBoxFlag xmlns:ma14="http://schemas.microsoft.com/office/mac/drawingml/2011/main" xmlns="" val="1"/>
            </a:ext>
          </a:extLst>
        </p:spPr>
        <p:txBody>
          <a:bodyPr>
            <a:normAutofit/>
          </a:bodyPr>
          <a:lstStyle>
            <a:lvl1pPr defTabSz="667512">
              <a:defRPr sz="3212">
                <a:latin typeface="宋体"/>
                <a:ea typeface="宋体"/>
                <a:cs typeface="宋体"/>
                <a:sym typeface="宋体"/>
              </a:defRPr>
            </a:lvl1pPr>
          </a:lstStyle>
          <a:p>
            <a:pPr>
              <a:defRPr>
                <a:latin typeface="+mj-lt"/>
                <a:ea typeface="+mj-ea"/>
                <a:cs typeface="+mj-cs"/>
                <a:sym typeface="Calibri"/>
              </a:defRPr>
            </a:pPr>
            <a:r>
              <a:rPr lang="en-US" dirty="0">
                <a:latin typeface="宋体"/>
                <a:ea typeface="宋体"/>
                <a:cs typeface="宋体"/>
                <a:sym typeface="宋体"/>
              </a:rPr>
              <a:t>6.3 </a:t>
            </a:r>
            <a:r>
              <a:rPr dirty="0" err="1">
                <a:latin typeface="宋体"/>
                <a:ea typeface="宋体"/>
                <a:cs typeface="宋体"/>
                <a:sym typeface="宋体"/>
              </a:rPr>
              <a:t>本章小结</a:t>
            </a:r>
            <a:endParaRPr dirty="0">
              <a:latin typeface="宋体"/>
              <a:ea typeface="宋体"/>
              <a:cs typeface="宋体"/>
              <a:sym typeface="宋体"/>
            </a:endParaRPr>
          </a:p>
        </p:txBody>
      </p:sp>
      <p:sp>
        <p:nvSpPr>
          <p:cNvPr id="95" name="Shape 95"/>
          <p:cNvSpPr/>
          <p:nvPr/>
        </p:nvSpPr>
        <p:spPr>
          <a:xfrm>
            <a:off x="457200" y="1778369"/>
            <a:ext cx="7970243" cy="1754326"/>
          </a:xfrm>
          <a:prstGeom prst="rect">
            <a:avLst/>
          </a:prstGeom>
          <a:ln w="12700">
            <a:miter lim="400000"/>
          </a:ln>
          <a:extLst>
            <a:ext uri="{C572A759-6A51-4108-AA02-DFA0A04FC94B}">
              <ma14:wrappingTextBoxFlag xmlns:ma14="http://schemas.microsoft.com/office/mac/drawingml/2011/main" xmlns="" val="1"/>
            </a:ext>
          </a:extLst>
        </p:spPr>
        <p:txBody>
          <a:bodyPr wrap="square" lIns="45719" rIns="45719">
            <a:spAutoFit/>
          </a:bodyPr>
          <a:lstStyle/>
          <a:p>
            <a:pPr indent="266700" algn="just"/>
            <a:r>
              <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rPr>
              <a:t>本章主要讲解了</a:t>
            </a:r>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Pytorch2.0</a:t>
            </a:r>
            <a:r>
              <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rPr>
              <a:t>数据处理与模型训练可视化方面的内容。本章在介绍了数据处理的步骤，通过其中的介绍可能有读者会有这样的印象，即</a:t>
            </a:r>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Pytorch2.0</a:t>
            </a:r>
            <a:r>
              <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rPr>
              <a:t>中的数据处理是依据一个一个的“管套”进行。事实也是这样，</a:t>
            </a:r>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Pytorch2.0</a:t>
            </a:r>
            <a:r>
              <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rPr>
              <a:t>通过管套的模型对数据进行一步步的加工，这是一种常用的设计模型，请读者注意。</a:t>
            </a:r>
          </a:p>
          <a:p>
            <a:endParaRPr dirty="0"/>
          </a:p>
        </p:txBody>
      </p:sp>
    </p:spTree>
  </p:cSld>
  <p:clrMapOvr>
    <a:masterClrMapping/>
  </p:clrMapOvr>
  <p:transition spd="slow"/>
</p:sld>
</file>

<file path=ppt/theme/theme1.xml><?xml version="1.0" encoding="utf-8"?>
<a:theme xmlns:a="http://schemas.openxmlformats.org/drawingml/2006/main" name="Tema de Office">
  <a:themeElements>
    <a:clrScheme name="Tema de Office">
      <a:dk1>
        <a:srgbClr val="000000"/>
      </a:dk1>
      <a:lt1>
        <a:srgbClr val="FFFFFF"/>
      </a:lt1>
      <a:dk2>
        <a:srgbClr val="A7A7A7"/>
      </a:dk2>
      <a:lt2>
        <a:srgbClr val="535353"/>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FF00FF"/>
      </a:folHlink>
    </a:clrScheme>
    <a:fontScheme name="Tema de Office">
      <a:majorFont>
        <a:latin typeface="Calibri"/>
        <a:ea typeface="Calibri"/>
        <a:cs typeface="Calibri"/>
      </a:majorFont>
      <a:minorFont>
        <a:latin typeface="Helvetica"/>
        <a:ea typeface="Helvetica"/>
        <a:cs typeface="Helvetica"/>
      </a:minorFont>
    </a:fontScheme>
    <a:fmtScheme name="Tema de 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outerShdw blurRad="38100" dist="20000" dir="5400000" rotWithShape="0">
              <a:srgbClr val="000000">
                <a:alpha val="38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25400" cap="flat">
          <a:solidFill>
            <a:schemeClr val="accent1"/>
          </a:solidFill>
          <a:prstDash val="solid"/>
          <a:round/>
        </a:ln>
        <a:effectLst/>
        <a:sp3d/>
      </a:spPr>
      <a:bodyPr rot="0" spcFirstLastPara="1" vertOverflow="overflow" horzOverflow="overflow" vert="horz" wrap="square" lIns="45719" tIns="45719" rIns="45719" bIns="45719" numCol="1" spcCol="38100" rtlCol="0" anchor="t">
        <a:spAutoFit/>
      </a:bodyPr>
      <a:lstStyle>
        <a:def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j-lt"/>
            <a:ea typeface="+mj-ea"/>
            <a:cs typeface="+mj-cs"/>
            <a:sym typeface="Calibri"/>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25400" cap="flat">
          <a:solidFill>
            <a:schemeClr val="accent1"/>
          </a:solidFill>
          <a:prstDash val="solid"/>
          <a:round/>
        </a:ln>
        <a:effectLst>
          <a:outerShdw blurRad="38100" dist="20000" dir="5400000" rotWithShape="0">
            <a:srgbClr val="000000">
              <a:alpha val="38000"/>
            </a:srgbClr>
          </a:outerShdw>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45719" tIns="45719" rIns="45719" bIns="45719" numCol="1" spcCol="38100" rtlCol="0" anchor="t">
        <a:spAutoFit/>
      </a:bodyPr>
      <a:lstStyle>
        <a:def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j-lt"/>
            <a:ea typeface="+mj-ea"/>
            <a:cs typeface="+mj-cs"/>
            <a:sym typeface="Calibri"/>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theme>
</file>

<file path=ppt/theme/theme2.xml><?xml version="1.0" encoding="utf-8"?>
<a:theme xmlns:a="http://schemas.openxmlformats.org/drawingml/2006/main" name="Tema de Office">
  <a:themeElements>
    <a:clrScheme name="Tema de Office">
      <a:dk1>
        <a:srgbClr val="000000"/>
      </a:dk1>
      <a:lt1>
        <a:srgbClr val="FFFFFF"/>
      </a:lt1>
      <a:dk2>
        <a:srgbClr val="A7A7A7"/>
      </a:dk2>
      <a:lt2>
        <a:srgbClr val="535353"/>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FF00FF"/>
      </a:folHlink>
    </a:clrScheme>
    <a:fontScheme name="Tema de Office">
      <a:majorFont>
        <a:latin typeface="Calibri"/>
        <a:ea typeface="Calibri"/>
        <a:cs typeface="Calibri"/>
      </a:majorFont>
      <a:minorFont>
        <a:latin typeface="Helvetica"/>
        <a:ea typeface="Helvetica"/>
        <a:cs typeface="Helvetica"/>
      </a:minorFont>
    </a:fontScheme>
    <a:fmtScheme name="Tema de 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outerShdw blurRad="38100" dist="20000" dir="5400000" rotWithShape="0">
              <a:srgbClr val="000000">
                <a:alpha val="38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25400" cap="flat">
          <a:solidFill>
            <a:schemeClr val="accent1"/>
          </a:solidFill>
          <a:prstDash val="solid"/>
          <a:round/>
        </a:ln>
        <a:effectLst/>
        <a:sp3d/>
      </a:spPr>
      <a:bodyPr rot="0" spcFirstLastPara="1" vertOverflow="overflow" horzOverflow="overflow" vert="horz" wrap="square" lIns="45719" tIns="45719" rIns="45719" bIns="45719" numCol="1" spcCol="38100" rtlCol="0" anchor="t">
        <a:spAutoFit/>
      </a:bodyPr>
      <a:lstStyle>
        <a:def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j-lt"/>
            <a:ea typeface="+mj-ea"/>
            <a:cs typeface="+mj-cs"/>
            <a:sym typeface="Calibri"/>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25400" cap="flat">
          <a:solidFill>
            <a:schemeClr val="accent1"/>
          </a:solidFill>
          <a:prstDash val="solid"/>
          <a:round/>
        </a:ln>
        <a:effectLst>
          <a:outerShdw blurRad="38100" dist="20000" dir="5400000" rotWithShape="0">
            <a:srgbClr val="000000">
              <a:alpha val="38000"/>
            </a:srgbClr>
          </a:outerShdw>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45719" tIns="45719" rIns="45719" bIns="45719" numCol="1" spcCol="38100" rtlCol="0" anchor="t">
        <a:spAutoFit/>
      </a:bodyPr>
      <a:lstStyle>
        <a:def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j-lt"/>
            <a:ea typeface="+mj-ea"/>
            <a:cs typeface="+mj-cs"/>
            <a:sym typeface="Calibri"/>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theme>
</file>

<file path=docProps/app.xml><?xml version="1.0" encoding="utf-8"?>
<Properties xmlns="http://schemas.openxmlformats.org/officeDocument/2006/extended-properties" xmlns:vt="http://schemas.openxmlformats.org/officeDocument/2006/docPropsVTypes">
  <TotalTime>130</TotalTime>
  <Words>803</Words>
  <Application>Microsoft Office PowerPoint</Application>
  <PresentationFormat>全屏显示(4:3)</PresentationFormat>
  <Paragraphs>35</Paragraphs>
  <Slides>9</Slides>
  <Notes>0</Notes>
  <HiddenSlides>0</HiddenSlides>
  <MMClips>0</MMClips>
  <ScaleCrop>false</ScaleCrop>
  <HeadingPairs>
    <vt:vector size="6" baseType="variant">
      <vt:variant>
        <vt:lpstr>已用的字体</vt:lpstr>
      </vt:variant>
      <vt:variant>
        <vt:i4>6</vt:i4>
      </vt:variant>
      <vt:variant>
        <vt:lpstr>主题</vt:lpstr>
      </vt:variant>
      <vt:variant>
        <vt:i4>1</vt:i4>
      </vt:variant>
      <vt:variant>
        <vt:lpstr>幻灯片标题</vt:lpstr>
      </vt:variant>
      <vt:variant>
        <vt:i4>9</vt:i4>
      </vt:variant>
    </vt:vector>
  </HeadingPairs>
  <TitlesOfParts>
    <vt:vector size="16" baseType="lpstr">
      <vt:lpstr>Songti SC Bold</vt:lpstr>
      <vt:lpstr>等线</vt:lpstr>
      <vt:lpstr>方正姚体</vt:lpstr>
      <vt:lpstr>宋体</vt:lpstr>
      <vt:lpstr>Arial</vt:lpstr>
      <vt:lpstr>Calibri</vt:lpstr>
      <vt:lpstr>Tema de Office</vt:lpstr>
      <vt:lpstr>第6章 Pytorch2.0数据处理与模型可视化详解</vt:lpstr>
      <vt:lpstr>6.1  用于自定义数据集的torch.utils.data工具箱使用详解</vt:lpstr>
      <vt:lpstr>6.1  用于自定义数据集的torch.utils.data工具箱使用详解</vt:lpstr>
      <vt:lpstr>6.1  用于自定义数据集的torch.utils.data工具箱使用详解</vt:lpstr>
      <vt:lpstr>6.1  用于自定义数据集的torch.utils.data工具箱使用详解</vt:lpstr>
      <vt:lpstr>6.2  基于tensorboardX的训练可视化展示</vt:lpstr>
      <vt:lpstr>6.2  基于tensorboardX的训练可视化展示</vt:lpstr>
      <vt:lpstr>6.2  基于tensorboardX的训练可视化展示</vt:lpstr>
      <vt:lpstr>6.3 本章小结</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第10章  Hello TensorFlow &amp; Keras</dc:title>
  <dc:creator>lenovo</dc:creator>
  <cp:lastModifiedBy>lenovo</cp:lastModifiedBy>
  <cp:revision>10</cp:revision>
  <dcterms:modified xsi:type="dcterms:W3CDTF">2023-07-26T05:20:35Z</dcterms:modified>
</cp:coreProperties>
</file>
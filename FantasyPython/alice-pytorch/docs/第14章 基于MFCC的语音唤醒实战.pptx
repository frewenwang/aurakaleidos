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95" r:id="rId2"/>
    <p:sldId id="296" r:id="rId3"/>
    <p:sldId id="297" r:id="rId4"/>
    <p:sldId id="298" r:id="rId5"/>
    <p:sldId id="299" r:id="rId6"/>
    <p:sldId id="300" r:id="rId7"/>
    <p:sldId id="308" r:id="rId8"/>
  </p:sldIdLst>
  <p:sldSz cx="9144000" cy="6858000" type="screen4x3"/>
  <p:notesSz cx="6858000" cy="9144000"/>
  <p:defaultTextStyle>
    <a:defPPr>
      <a:defRPr lang="es-E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91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5C2B3"/>
    <a:srgbClr val="5AD00A"/>
    <a:srgbClr val="0099FF"/>
    <a:srgbClr val="0EB1E7"/>
    <a:srgbClr val="FFD347"/>
    <a:srgbClr val="B88C00"/>
    <a:srgbClr val="99EA08"/>
    <a:srgbClr val="83827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0" d="100"/>
          <a:sy n="80" d="100"/>
        </p:scale>
        <p:origin x="1522" y="67"/>
      </p:cViewPr>
      <p:guideLst>
        <p:guide orient="horz" pos="2160"/>
        <p:guide pos="291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7381E594-34E0-48A4-A6F1-4EF1B9A98FC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pPr>
              <a:defRPr/>
            </a:pPr>
            <a:endParaRPr lang="zh-CN" altLang="en-US"/>
          </a:p>
        </p:txBody>
      </p:sp>
      <p:sp>
        <p:nvSpPr>
          <p:cNvPr id="3" name="日期占位符 2">
            <a:extLst>
              <a:ext uri="{FF2B5EF4-FFF2-40B4-BE49-F238E27FC236}">
                <a16:creationId xmlns:a16="http://schemas.microsoft.com/office/drawing/2014/main" id="{6E41D69A-17A6-47B0-9A33-26F0AC5BAF25}"/>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pPr>
              <a:defRPr/>
            </a:pPr>
            <a:fld id="{FD3AAEDB-7AB8-4C44-B047-DD2E41F2222D}" type="datetimeFigureOut">
              <a:rPr lang="zh-CN" altLang="en-US"/>
              <a:pPr>
                <a:defRPr/>
              </a:pPr>
              <a:t>2023/7/26</a:t>
            </a:fld>
            <a:endParaRPr lang="zh-CN" altLang="en-US"/>
          </a:p>
        </p:txBody>
      </p:sp>
      <p:sp>
        <p:nvSpPr>
          <p:cNvPr id="4" name="幻灯片图像占位符 3">
            <a:extLst>
              <a:ext uri="{FF2B5EF4-FFF2-40B4-BE49-F238E27FC236}">
                <a16:creationId xmlns:a16="http://schemas.microsoft.com/office/drawing/2014/main" id="{196A3E6A-8805-41B9-B661-4EBEA065A6EB}"/>
              </a:ext>
            </a:extLst>
          </p:cNvPr>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a:extLst>
              <a:ext uri="{FF2B5EF4-FFF2-40B4-BE49-F238E27FC236}">
                <a16:creationId xmlns:a16="http://schemas.microsoft.com/office/drawing/2014/main" id="{EA96D61F-B798-435A-926F-9E4410811B96}"/>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CD9405C0-E0D9-4C53-85A6-735731B2C99D}"/>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pPr>
              <a:defRPr/>
            </a:pPr>
            <a:endParaRPr lang="zh-CN" altLang="en-US"/>
          </a:p>
        </p:txBody>
      </p:sp>
      <p:sp>
        <p:nvSpPr>
          <p:cNvPr id="7" name="灯片编号占位符 6">
            <a:extLst>
              <a:ext uri="{FF2B5EF4-FFF2-40B4-BE49-F238E27FC236}">
                <a16:creationId xmlns:a16="http://schemas.microsoft.com/office/drawing/2014/main" id="{1B71F842-CD53-466F-A5F2-51481B727E06}"/>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sz="1200" smtClean="0"/>
            </a:lvl1pPr>
          </a:lstStyle>
          <a:p>
            <a:pPr>
              <a:defRPr/>
            </a:pPr>
            <a:fld id="{1838DFC2-96AD-4001-B847-30759E8E9A89}"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3 Marcador de fecha">
            <a:extLst>
              <a:ext uri="{FF2B5EF4-FFF2-40B4-BE49-F238E27FC236}">
                <a16:creationId xmlns:a16="http://schemas.microsoft.com/office/drawing/2014/main" id="{7614B32B-DA36-49C8-BC9D-2D1973A4CC62}"/>
              </a:ext>
            </a:extLst>
          </p:cNvPr>
          <p:cNvSpPr>
            <a:spLocks noGrp="1" noChangeArrowheads="1"/>
          </p:cNvSpPr>
          <p:nvPr>
            <p:ph type="dt" sz="half" idx="10"/>
          </p:nvPr>
        </p:nvSpPr>
        <p:spPr>
          <a:ln/>
        </p:spPr>
        <p:txBody>
          <a:bodyPr/>
          <a:lstStyle>
            <a:lvl1pPr>
              <a:defRPr/>
            </a:lvl1pPr>
          </a:lstStyle>
          <a:p>
            <a:pPr>
              <a:defRPr/>
            </a:pPr>
            <a:fld id="{E2D1BBC2-E78E-4A26-8C36-F11F9F4AF79B}" type="datetimeFigureOut">
              <a:rPr lang="zh-CN" altLang="en-US"/>
              <a:pPr>
                <a:defRPr/>
              </a:pPr>
              <a:t>2023/7/26</a:t>
            </a:fld>
            <a:endParaRPr lang="es-ES" altLang="en-US"/>
          </a:p>
        </p:txBody>
      </p:sp>
      <p:sp>
        <p:nvSpPr>
          <p:cNvPr id="5" name="4 Marcador de pie de página">
            <a:extLst>
              <a:ext uri="{FF2B5EF4-FFF2-40B4-BE49-F238E27FC236}">
                <a16:creationId xmlns:a16="http://schemas.microsoft.com/office/drawing/2014/main" id="{D23087E1-517F-451B-84E5-E473A05C316E}"/>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5 Marcador de número de diapositiva">
            <a:extLst>
              <a:ext uri="{FF2B5EF4-FFF2-40B4-BE49-F238E27FC236}">
                <a16:creationId xmlns:a16="http://schemas.microsoft.com/office/drawing/2014/main" id="{EAA27C8A-8E62-4246-8553-D3D2ADA3381D}"/>
              </a:ext>
            </a:extLst>
          </p:cNvPr>
          <p:cNvSpPr>
            <a:spLocks noGrp="1" noChangeArrowheads="1"/>
          </p:cNvSpPr>
          <p:nvPr>
            <p:ph type="sldNum" sz="quarter" idx="12"/>
          </p:nvPr>
        </p:nvSpPr>
        <p:spPr>
          <a:ln/>
        </p:spPr>
        <p:txBody>
          <a:bodyPr/>
          <a:lstStyle>
            <a:lvl1pPr>
              <a:defRPr/>
            </a:lvl1pPr>
          </a:lstStyle>
          <a:p>
            <a:pPr>
              <a:defRPr/>
            </a:pPr>
            <a:fld id="{43089A9C-18FC-4525-A6D3-73FA4513846D}" type="slidenum">
              <a:rPr lang="zh-CN" altLang="en-US"/>
              <a:pPr>
                <a:defRPr/>
              </a:pPr>
              <a:t>‹#›</a:t>
            </a:fld>
            <a:endParaRPr lang="es-ES" altLang="en-US"/>
          </a:p>
        </p:txBody>
      </p:sp>
    </p:spTree>
    <p:extLst>
      <p:ext uri="{BB962C8B-B14F-4D97-AF65-F5344CB8AC3E}">
        <p14:creationId xmlns:p14="http://schemas.microsoft.com/office/powerpoint/2010/main" val="13522134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3 Marcador de fecha">
            <a:extLst>
              <a:ext uri="{FF2B5EF4-FFF2-40B4-BE49-F238E27FC236}">
                <a16:creationId xmlns:a16="http://schemas.microsoft.com/office/drawing/2014/main" id="{157494EC-88A3-4672-A00E-6D5648D15095}"/>
              </a:ext>
            </a:extLst>
          </p:cNvPr>
          <p:cNvSpPr>
            <a:spLocks noGrp="1" noChangeArrowheads="1"/>
          </p:cNvSpPr>
          <p:nvPr>
            <p:ph type="dt" sz="half" idx="10"/>
          </p:nvPr>
        </p:nvSpPr>
        <p:spPr>
          <a:ln/>
        </p:spPr>
        <p:txBody>
          <a:bodyPr/>
          <a:lstStyle>
            <a:lvl1pPr>
              <a:defRPr/>
            </a:lvl1pPr>
          </a:lstStyle>
          <a:p>
            <a:pPr>
              <a:defRPr/>
            </a:pPr>
            <a:fld id="{017D2FE1-3495-4562-8210-CF1352B6E12B}" type="datetimeFigureOut">
              <a:rPr lang="zh-CN" altLang="en-US"/>
              <a:pPr>
                <a:defRPr/>
              </a:pPr>
              <a:t>2023/7/26</a:t>
            </a:fld>
            <a:endParaRPr lang="es-ES" altLang="en-US"/>
          </a:p>
        </p:txBody>
      </p:sp>
      <p:sp>
        <p:nvSpPr>
          <p:cNvPr id="5" name="4 Marcador de pie de página">
            <a:extLst>
              <a:ext uri="{FF2B5EF4-FFF2-40B4-BE49-F238E27FC236}">
                <a16:creationId xmlns:a16="http://schemas.microsoft.com/office/drawing/2014/main" id="{06FB3D9F-3B5D-4738-928D-7F00378DE76A}"/>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5 Marcador de número de diapositiva">
            <a:extLst>
              <a:ext uri="{FF2B5EF4-FFF2-40B4-BE49-F238E27FC236}">
                <a16:creationId xmlns:a16="http://schemas.microsoft.com/office/drawing/2014/main" id="{09040E28-8BD5-4182-8AB5-27D41AF46892}"/>
              </a:ext>
            </a:extLst>
          </p:cNvPr>
          <p:cNvSpPr>
            <a:spLocks noGrp="1" noChangeArrowheads="1"/>
          </p:cNvSpPr>
          <p:nvPr>
            <p:ph type="sldNum" sz="quarter" idx="12"/>
          </p:nvPr>
        </p:nvSpPr>
        <p:spPr>
          <a:ln/>
        </p:spPr>
        <p:txBody>
          <a:bodyPr/>
          <a:lstStyle>
            <a:lvl1pPr>
              <a:defRPr/>
            </a:lvl1pPr>
          </a:lstStyle>
          <a:p>
            <a:pPr>
              <a:defRPr/>
            </a:pPr>
            <a:fld id="{955FAF02-F389-4EF1-BC4C-F06649C446A3}" type="slidenum">
              <a:rPr lang="zh-CN" altLang="en-US"/>
              <a:pPr>
                <a:defRPr/>
              </a:pPr>
              <a:t>‹#›</a:t>
            </a:fld>
            <a:endParaRPr lang="es-ES" altLang="en-US"/>
          </a:p>
        </p:txBody>
      </p:sp>
    </p:spTree>
    <p:extLst>
      <p:ext uri="{BB962C8B-B14F-4D97-AF65-F5344CB8AC3E}">
        <p14:creationId xmlns:p14="http://schemas.microsoft.com/office/powerpoint/2010/main" val="4118589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3 Marcador de fecha">
            <a:extLst>
              <a:ext uri="{FF2B5EF4-FFF2-40B4-BE49-F238E27FC236}">
                <a16:creationId xmlns:a16="http://schemas.microsoft.com/office/drawing/2014/main" id="{D59303EE-F4FE-42F8-8F35-F495EE8951E6}"/>
              </a:ext>
            </a:extLst>
          </p:cNvPr>
          <p:cNvSpPr>
            <a:spLocks noGrp="1" noChangeArrowheads="1"/>
          </p:cNvSpPr>
          <p:nvPr>
            <p:ph type="dt" sz="half" idx="10"/>
          </p:nvPr>
        </p:nvSpPr>
        <p:spPr>
          <a:ln/>
        </p:spPr>
        <p:txBody>
          <a:bodyPr/>
          <a:lstStyle>
            <a:lvl1pPr>
              <a:defRPr/>
            </a:lvl1pPr>
          </a:lstStyle>
          <a:p>
            <a:pPr>
              <a:defRPr/>
            </a:pPr>
            <a:fld id="{BB514612-E696-490C-87AD-23907364A10E}" type="datetimeFigureOut">
              <a:rPr lang="zh-CN" altLang="en-US"/>
              <a:pPr>
                <a:defRPr/>
              </a:pPr>
              <a:t>2023/7/26</a:t>
            </a:fld>
            <a:endParaRPr lang="es-ES" altLang="en-US"/>
          </a:p>
        </p:txBody>
      </p:sp>
      <p:sp>
        <p:nvSpPr>
          <p:cNvPr id="5" name="4 Marcador de pie de página">
            <a:extLst>
              <a:ext uri="{FF2B5EF4-FFF2-40B4-BE49-F238E27FC236}">
                <a16:creationId xmlns:a16="http://schemas.microsoft.com/office/drawing/2014/main" id="{56E8DD98-8728-4C2E-92CD-42677ACF75B6}"/>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5 Marcador de número de diapositiva">
            <a:extLst>
              <a:ext uri="{FF2B5EF4-FFF2-40B4-BE49-F238E27FC236}">
                <a16:creationId xmlns:a16="http://schemas.microsoft.com/office/drawing/2014/main" id="{70082715-6CE9-47CB-BAD0-895483A23909}"/>
              </a:ext>
            </a:extLst>
          </p:cNvPr>
          <p:cNvSpPr>
            <a:spLocks noGrp="1" noChangeArrowheads="1"/>
          </p:cNvSpPr>
          <p:nvPr>
            <p:ph type="sldNum" sz="quarter" idx="12"/>
          </p:nvPr>
        </p:nvSpPr>
        <p:spPr>
          <a:ln/>
        </p:spPr>
        <p:txBody>
          <a:bodyPr/>
          <a:lstStyle>
            <a:lvl1pPr>
              <a:defRPr/>
            </a:lvl1pPr>
          </a:lstStyle>
          <a:p>
            <a:pPr>
              <a:defRPr/>
            </a:pPr>
            <a:fld id="{AAAC6958-D164-4354-9E71-B4E49CD357EF}" type="slidenum">
              <a:rPr lang="zh-CN" altLang="en-US"/>
              <a:pPr>
                <a:defRPr/>
              </a:pPr>
              <a:t>‹#›</a:t>
            </a:fld>
            <a:endParaRPr lang="es-ES" altLang="en-US"/>
          </a:p>
        </p:txBody>
      </p:sp>
    </p:spTree>
    <p:extLst>
      <p:ext uri="{BB962C8B-B14F-4D97-AF65-F5344CB8AC3E}">
        <p14:creationId xmlns:p14="http://schemas.microsoft.com/office/powerpoint/2010/main" val="41419796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3 Marcador de fecha">
            <a:extLst>
              <a:ext uri="{FF2B5EF4-FFF2-40B4-BE49-F238E27FC236}">
                <a16:creationId xmlns:a16="http://schemas.microsoft.com/office/drawing/2014/main" id="{6E2D3D00-A67F-48AD-AF1D-090C6891E8B9}"/>
              </a:ext>
            </a:extLst>
          </p:cNvPr>
          <p:cNvSpPr>
            <a:spLocks noGrp="1" noChangeArrowheads="1"/>
          </p:cNvSpPr>
          <p:nvPr>
            <p:ph type="dt" sz="half" idx="10"/>
          </p:nvPr>
        </p:nvSpPr>
        <p:spPr>
          <a:ln/>
        </p:spPr>
        <p:txBody>
          <a:bodyPr/>
          <a:lstStyle>
            <a:lvl1pPr>
              <a:defRPr/>
            </a:lvl1pPr>
          </a:lstStyle>
          <a:p>
            <a:pPr>
              <a:defRPr/>
            </a:pPr>
            <a:fld id="{E39F4EE3-5847-43DC-9915-5B5D189C4675}" type="datetimeFigureOut">
              <a:rPr lang="zh-CN" altLang="en-US"/>
              <a:pPr>
                <a:defRPr/>
              </a:pPr>
              <a:t>2023/7/26</a:t>
            </a:fld>
            <a:endParaRPr lang="es-ES" altLang="en-US"/>
          </a:p>
        </p:txBody>
      </p:sp>
      <p:sp>
        <p:nvSpPr>
          <p:cNvPr id="6" name="4 Marcador de pie de página">
            <a:extLst>
              <a:ext uri="{FF2B5EF4-FFF2-40B4-BE49-F238E27FC236}">
                <a16:creationId xmlns:a16="http://schemas.microsoft.com/office/drawing/2014/main" id="{DDC75780-5AE4-4AF0-9EF9-61E016D14DE8}"/>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7" name="5 Marcador de número de diapositiva">
            <a:extLst>
              <a:ext uri="{FF2B5EF4-FFF2-40B4-BE49-F238E27FC236}">
                <a16:creationId xmlns:a16="http://schemas.microsoft.com/office/drawing/2014/main" id="{5CFD295C-7CBA-49DA-96DF-26A5B074345C}"/>
              </a:ext>
            </a:extLst>
          </p:cNvPr>
          <p:cNvSpPr>
            <a:spLocks noGrp="1" noChangeArrowheads="1"/>
          </p:cNvSpPr>
          <p:nvPr>
            <p:ph type="sldNum" sz="quarter" idx="12"/>
          </p:nvPr>
        </p:nvSpPr>
        <p:spPr>
          <a:ln/>
        </p:spPr>
        <p:txBody>
          <a:bodyPr/>
          <a:lstStyle>
            <a:lvl1pPr>
              <a:defRPr/>
            </a:lvl1pPr>
          </a:lstStyle>
          <a:p>
            <a:pPr>
              <a:defRPr/>
            </a:pPr>
            <a:fld id="{7919D1DE-5E37-4020-9F87-364E0B32593D}" type="slidenum">
              <a:rPr lang="zh-CN" altLang="en-US"/>
              <a:pPr>
                <a:defRPr/>
              </a:pPr>
              <a:t>‹#›</a:t>
            </a:fld>
            <a:endParaRPr lang="es-ES" altLang="en-US"/>
          </a:p>
        </p:txBody>
      </p:sp>
    </p:spTree>
    <p:extLst>
      <p:ext uri="{BB962C8B-B14F-4D97-AF65-F5344CB8AC3E}">
        <p14:creationId xmlns:p14="http://schemas.microsoft.com/office/powerpoint/2010/main" val="28706856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3 Marcador de fecha">
            <a:extLst>
              <a:ext uri="{FF2B5EF4-FFF2-40B4-BE49-F238E27FC236}">
                <a16:creationId xmlns:a16="http://schemas.microsoft.com/office/drawing/2014/main" id="{0B215AC2-3438-4798-A4D9-B4BA61C9ED0B}"/>
              </a:ext>
            </a:extLst>
          </p:cNvPr>
          <p:cNvSpPr>
            <a:spLocks noGrp="1" noChangeArrowheads="1"/>
          </p:cNvSpPr>
          <p:nvPr>
            <p:ph type="dt" sz="half" idx="10"/>
          </p:nvPr>
        </p:nvSpPr>
        <p:spPr>
          <a:ln/>
        </p:spPr>
        <p:txBody>
          <a:bodyPr/>
          <a:lstStyle>
            <a:lvl1pPr>
              <a:defRPr/>
            </a:lvl1pPr>
          </a:lstStyle>
          <a:p>
            <a:pPr>
              <a:defRPr/>
            </a:pPr>
            <a:fld id="{9053C1FC-679D-4C70-B14C-2EA42877C7D3}" type="datetimeFigureOut">
              <a:rPr lang="zh-CN" altLang="en-US"/>
              <a:pPr>
                <a:defRPr/>
              </a:pPr>
              <a:t>2023/7/26</a:t>
            </a:fld>
            <a:endParaRPr lang="es-ES" altLang="en-US"/>
          </a:p>
        </p:txBody>
      </p:sp>
      <p:sp>
        <p:nvSpPr>
          <p:cNvPr id="8" name="4 Marcador de pie de página">
            <a:extLst>
              <a:ext uri="{FF2B5EF4-FFF2-40B4-BE49-F238E27FC236}">
                <a16:creationId xmlns:a16="http://schemas.microsoft.com/office/drawing/2014/main" id="{79822A5C-35AB-4E68-AF14-4C36E551BAC5}"/>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9" name="5 Marcador de número de diapositiva">
            <a:extLst>
              <a:ext uri="{FF2B5EF4-FFF2-40B4-BE49-F238E27FC236}">
                <a16:creationId xmlns:a16="http://schemas.microsoft.com/office/drawing/2014/main" id="{2A957466-1E74-42A6-843D-B8338F4FBF78}"/>
              </a:ext>
            </a:extLst>
          </p:cNvPr>
          <p:cNvSpPr>
            <a:spLocks noGrp="1" noChangeArrowheads="1"/>
          </p:cNvSpPr>
          <p:nvPr>
            <p:ph type="sldNum" sz="quarter" idx="12"/>
          </p:nvPr>
        </p:nvSpPr>
        <p:spPr>
          <a:ln/>
        </p:spPr>
        <p:txBody>
          <a:bodyPr/>
          <a:lstStyle>
            <a:lvl1pPr>
              <a:defRPr/>
            </a:lvl1pPr>
          </a:lstStyle>
          <a:p>
            <a:pPr>
              <a:defRPr/>
            </a:pPr>
            <a:fld id="{4393C5B9-99A9-449B-A8A5-2F25AAD6FD81}" type="slidenum">
              <a:rPr lang="zh-CN" altLang="en-US"/>
              <a:pPr>
                <a:defRPr/>
              </a:pPr>
              <a:t>‹#›</a:t>
            </a:fld>
            <a:endParaRPr lang="es-ES" altLang="en-US"/>
          </a:p>
        </p:txBody>
      </p:sp>
    </p:spTree>
    <p:extLst>
      <p:ext uri="{BB962C8B-B14F-4D97-AF65-F5344CB8AC3E}">
        <p14:creationId xmlns:p14="http://schemas.microsoft.com/office/powerpoint/2010/main" val="35350070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3 Marcador de fecha">
            <a:extLst>
              <a:ext uri="{FF2B5EF4-FFF2-40B4-BE49-F238E27FC236}">
                <a16:creationId xmlns:a16="http://schemas.microsoft.com/office/drawing/2014/main" id="{9C8C3601-943B-4B75-969A-19CDD761E0FD}"/>
              </a:ext>
            </a:extLst>
          </p:cNvPr>
          <p:cNvSpPr>
            <a:spLocks noGrp="1" noChangeArrowheads="1"/>
          </p:cNvSpPr>
          <p:nvPr>
            <p:ph type="dt" sz="half" idx="10"/>
          </p:nvPr>
        </p:nvSpPr>
        <p:spPr>
          <a:ln/>
        </p:spPr>
        <p:txBody>
          <a:bodyPr/>
          <a:lstStyle>
            <a:lvl1pPr>
              <a:defRPr/>
            </a:lvl1pPr>
          </a:lstStyle>
          <a:p>
            <a:pPr>
              <a:defRPr/>
            </a:pPr>
            <a:fld id="{FC9DD854-5AF8-4989-8988-6193C4EA1419}" type="datetimeFigureOut">
              <a:rPr lang="zh-CN" altLang="en-US"/>
              <a:pPr>
                <a:defRPr/>
              </a:pPr>
              <a:t>2023/7/26</a:t>
            </a:fld>
            <a:endParaRPr lang="es-ES" altLang="en-US"/>
          </a:p>
        </p:txBody>
      </p:sp>
      <p:sp>
        <p:nvSpPr>
          <p:cNvPr id="4" name="4 Marcador de pie de página">
            <a:extLst>
              <a:ext uri="{FF2B5EF4-FFF2-40B4-BE49-F238E27FC236}">
                <a16:creationId xmlns:a16="http://schemas.microsoft.com/office/drawing/2014/main" id="{D7A61ED2-7642-4661-9CDE-D9458641DDD4}"/>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5" name="5 Marcador de número de diapositiva">
            <a:extLst>
              <a:ext uri="{FF2B5EF4-FFF2-40B4-BE49-F238E27FC236}">
                <a16:creationId xmlns:a16="http://schemas.microsoft.com/office/drawing/2014/main" id="{5B2235F3-CE11-429E-8482-4A145E75BE64}"/>
              </a:ext>
            </a:extLst>
          </p:cNvPr>
          <p:cNvSpPr>
            <a:spLocks noGrp="1" noChangeArrowheads="1"/>
          </p:cNvSpPr>
          <p:nvPr>
            <p:ph type="sldNum" sz="quarter" idx="12"/>
          </p:nvPr>
        </p:nvSpPr>
        <p:spPr>
          <a:ln/>
        </p:spPr>
        <p:txBody>
          <a:bodyPr/>
          <a:lstStyle>
            <a:lvl1pPr>
              <a:defRPr/>
            </a:lvl1pPr>
          </a:lstStyle>
          <a:p>
            <a:pPr>
              <a:defRPr/>
            </a:pPr>
            <a:fld id="{F6933840-103F-4F5F-8B89-0C4D25D74697}" type="slidenum">
              <a:rPr lang="zh-CN" altLang="en-US"/>
              <a:pPr>
                <a:defRPr/>
              </a:pPr>
              <a:t>‹#›</a:t>
            </a:fld>
            <a:endParaRPr lang="es-ES" altLang="en-US"/>
          </a:p>
        </p:txBody>
      </p:sp>
    </p:spTree>
    <p:extLst>
      <p:ext uri="{BB962C8B-B14F-4D97-AF65-F5344CB8AC3E}">
        <p14:creationId xmlns:p14="http://schemas.microsoft.com/office/powerpoint/2010/main" val="427806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4DD11AF5-8F12-474E-A7BF-C4CF616FB76C}"/>
              </a:ext>
            </a:extLst>
          </p:cNvPr>
          <p:cNvSpPr>
            <a:spLocks noChangeArrowheads="1"/>
          </p:cNvSpPr>
          <p:nvPr userDrawn="1"/>
        </p:nvSpPr>
        <p:spPr bwMode="auto">
          <a:xfrm>
            <a:off x="0" y="692150"/>
            <a:ext cx="9144000" cy="46038"/>
          </a:xfrm>
          <a:prstGeom prst="rect">
            <a:avLst/>
          </a:prstGeom>
          <a:gradFill rotWithShape="1">
            <a:gsLst>
              <a:gs pos="0">
                <a:srgbClr val="D8D8D8"/>
              </a:gs>
              <a:gs pos="17998">
                <a:srgbClr val="A5A5A5"/>
              </a:gs>
              <a:gs pos="51999">
                <a:srgbClr val="595959"/>
              </a:gs>
              <a:gs pos="82001">
                <a:srgbClr val="BFBFBF"/>
              </a:gs>
              <a:gs pos="100000">
                <a:srgbClr val="CCCCFF"/>
              </a:gs>
            </a:gsLst>
            <a:lin ang="0" scaled="1"/>
          </a:gradFill>
          <a:ln>
            <a:noFill/>
          </a:ln>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zh-CN" altLang="zh-CN">
              <a:solidFill>
                <a:srgbClr val="FFFFFF"/>
              </a:solidFill>
              <a:latin typeface="宋体" panose="02010600030101010101" pitchFamily="2" charset="-122"/>
              <a:ea typeface="宋体" panose="02010600030101010101" pitchFamily="2" charset="-122"/>
              <a:sym typeface="宋体" panose="02010600030101010101" pitchFamily="2" charset="-122"/>
            </a:endParaRPr>
          </a:p>
        </p:txBody>
      </p:sp>
      <p:sp>
        <p:nvSpPr>
          <p:cNvPr id="3" name="3 Marcador de fecha">
            <a:extLst>
              <a:ext uri="{FF2B5EF4-FFF2-40B4-BE49-F238E27FC236}">
                <a16:creationId xmlns:a16="http://schemas.microsoft.com/office/drawing/2014/main" id="{95DE3140-4B55-47D5-ADF2-8886DF893720}"/>
              </a:ext>
            </a:extLst>
          </p:cNvPr>
          <p:cNvSpPr>
            <a:spLocks noGrp="1" noChangeArrowheads="1"/>
          </p:cNvSpPr>
          <p:nvPr>
            <p:ph type="dt" sz="half" idx="10"/>
          </p:nvPr>
        </p:nvSpPr>
        <p:spPr/>
        <p:txBody>
          <a:bodyPr/>
          <a:lstStyle>
            <a:lvl1pPr>
              <a:defRPr/>
            </a:lvl1pPr>
          </a:lstStyle>
          <a:p>
            <a:pPr>
              <a:defRPr/>
            </a:pPr>
            <a:fld id="{B0912CA3-2C9D-4EF7-8431-947C872B9881}" type="datetimeFigureOut">
              <a:rPr lang="zh-CN" altLang="en-US"/>
              <a:pPr>
                <a:defRPr/>
              </a:pPr>
              <a:t>2023/7/26</a:t>
            </a:fld>
            <a:endParaRPr lang="es-ES" altLang="en-US"/>
          </a:p>
        </p:txBody>
      </p:sp>
      <p:sp>
        <p:nvSpPr>
          <p:cNvPr id="4" name="4 Marcador de pie de página">
            <a:extLst>
              <a:ext uri="{FF2B5EF4-FFF2-40B4-BE49-F238E27FC236}">
                <a16:creationId xmlns:a16="http://schemas.microsoft.com/office/drawing/2014/main" id="{5BFDDF23-9A3A-4C8E-AC5D-9BC5CCE24D3F}"/>
              </a:ext>
            </a:extLst>
          </p:cNvPr>
          <p:cNvSpPr>
            <a:spLocks noGrp="1" noChangeArrowheads="1"/>
          </p:cNvSpPr>
          <p:nvPr>
            <p:ph type="ftr" sz="quarter" idx="11"/>
          </p:nvPr>
        </p:nvSpPr>
        <p:spPr/>
        <p:txBody>
          <a:bodyPr/>
          <a:lstStyle>
            <a:lvl1pPr>
              <a:defRPr/>
            </a:lvl1pPr>
          </a:lstStyle>
          <a:p>
            <a:pPr>
              <a:defRPr/>
            </a:pPr>
            <a:endParaRPr lang="zh-CN" altLang="en-US"/>
          </a:p>
        </p:txBody>
      </p:sp>
      <p:sp>
        <p:nvSpPr>
          <p:cNvPr id="5" name="5 Marcador de número de diapositiva">
            <a:extLst>
              <a:ext uri="{FF2B5EF4-FFF2-40B4-BE49-F238E27FC236}">
                <a16:creationId xmlns:a16="http://schemas.microsoft.com/office/drawing/2014/main" id="{8162F582-48A9-41A4-9BE1-0379B7705994}"/>
              </a:ext>
            </a:extLst>
          </p:cNvPr>
          <p:cNvSpPr>
            <a:spLocks noGrp="1" noChangeArrowheads="1"/>
          </p:cNvSpPr>
          <p:nvPr>
            <p:ph type="sldNum" sz="quarter" idx="12"/>
          </p:nvPr>
        </p:nvSpPr>
        <p:spPr/>
        <p:txBody>
          <a:bodyPr/>
          <a:lstStyle>
            <a:lvl1pPr>
              <a:defRPr smtClean="0"/>
            </a:lvl1pPr>
          </a:lstStyle>
          <a:p>
            <a:pPr>
              <a:defRPr/>
            </a:pPr>
            <a:fld id="{96AD399B-2BFF-42D3-99F5-B495B3F3EF09}" type="slidenum">
              <a:rPr lang="zh-CN" altLang="en-US"/>
              <a:pPr>
                <a:defRPr/>
              </a:pPr>
              <a:t>‹#›</a:t>
            </a:fld>
            <a:endParaRPr lang="es-ES" altLang="en-US"/>
          </a:p>
        </p:txBody>
      </p:sp>
    </p:spTree>
    <p:extLst>
      <p:ext uri="{BB962C8B-B14F-4D97-AF65-F5344CB8AC3E}">
        <p14:creationId xmlns:p14="http://schemas.microsoft.com/office/powerpoint/2010/main" val="28561606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3 Marcador de fecha">
            <a:extLst>
              <a:ext uri="{FF2B5EF4-FFF2-40B4-BE49-F238E27FC236}">
                <a16:creationId xmlns:a16="http://schemas.microsoft.com/office/drawing/2014/main" id="{39B4A3B3-EFFD-43E3-B49B-51DFFD372F95}"/>
              </a:ext>
            </a:extLst>
          </p:cNvPr>
          <p:cNvSpPr>
            <a:spLocks noGrp="1" noChangeArrowheads="1"/>
          </p:cNvSpPr>
          <p:nvPr>
            <p:ph type="dt" sz="half" idx="10"/>
          </p:nvPr>
        </p:nvSpPr>
        <p:spPr>
          <a:ln/>
        </p:spPr>
        <p:txBody>
          <a:bodyPr/>
          <a:lstStyle>
            <a:lvl1pPr>
              <a:defRPr/>
            </a:lvl1pPr>
          </a:lstStyle>
          <a:p>
            <a:pPr>
              <a:defRPr/>
            </a:pPr>
            <a:fld id="{00217798-F4B3-42EE-B574-1FB8B7B7CC7E}" type="datetimeFigureOut">
              <a:rPr lang="zh-CN" altLang="en-US"/>
              <a:pPr>
                <a:defRPr/>
              </a:pPr>
              <a:t>2023/7/26</a:t>
            </a:fld>
            <a:endParaRPr lang="es-ES" altLang="en-US"/>
          </a:p>
        </p:txBody>
      </p:sp>
      <p:sp>
        <p:nvSpPr>
          <p:cNvPr id="6" name="4 Marcador de pie de página">
            <a:extLst>
              <a:ext uri="{FF2B5EF4-FFF2-40B4-BE49-F238E27FC236}">
                <a16:creationId xmlns:a16="http://schemas.microsoft.com/office/drawing/2014/main" id="{0EB5D1F3-67DB-4F73-9E44-CD57C6C0BD60}"/>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7" name="5 Marcador de número de diapositiva">
            <a:extLst>
              <a:ext uri="{FF2B5EF4-FFF2-40B4-BE49-F238E27FC236}">
                <a16:creationId xmlns:a16="http://schemas.microsoft.com/office/drawing/2014/main" id="{ACD52745-C9A0-4FF3-B107-5B9BBAFE9EC5}"/>
              </a:ext>
            </a:extLst>
          </p:cNvPr>
          <p:cNvSpPr>
            <a:spLocks noGrp="1" noChangeArrowheads="1"/>
          </p:cNvSpPr>
          <p:nvPr>
            <p:ph type="sldNum" sz="quarter" idx="12"/>
          </p:nvPr>
        </p:nvSpPr>
        <p:spPr>
          <a:ln/>
        </p:spPr>
        <p:txBody>
          <a:bodyPr/>
          <a:lstStyle>
            <a:lvl1pPr>
              <a:defRPr/>
            </a:lvl1pPr>
          </a:lstStyle>
          <a:p>
            <a:pPr>
              <a:defRPr/>
            </a:pPr>
            <a:fld id="{EF63C836-306E-433C-AB07-E12D0AEB2DB3}" type="slidenum">
              <a:rPr lang="zh-CN" altLang="en-US"/>
              <a:pPr>
                <a:defRPr/>
              </a:pPr>
              <a:t>‹#›</a:t>
            </a:fld>
            <a:endParaRPr lang="es-ES" altLang="en-US"/>
          </a:p>
        </p:txBody>
      </p:sp>
    </p:spTree>
    <p:extLst>
      <p:ext uri="{BB962C8B-B14F-4D97-AF65-F5344CB8AC3E}">
        <p14:creationId xmlns:p14="http://schemas.microsoft.com/office/powerpoint/2010/main" val="40410829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3 Marcador de fecha">
            <a:extLst>
              <a:ext uri="{FF2B5EF4-FFF2-40B4-BE49-F238E27FC236}">
                <a16:creationId xmlns:a16="http://schemas.microsoft.com/office/drawing/2014/main" id="{B7F09361-E9EA-45AA-9EC4-0796E794A326}"/>
              </a:ext>
            </a:extLst>
          </p:cNvPr>
          <p:cNvSpPr>
            <a:spLocks noGrp="1" noChangeArrowheads="1"/>
          </p:cNvSpPr>
          <p:nvPr>
            <p:ph type="dt" sz="half" idx="10"/>
          </p:nvPr>
        </p:nvSpPr>
        <p:spPr>
          <a:ln/>
        </p:spPr>
        <p:txBody>
          <a:bodyPr/>
          <a:lstStyle>
            <a:lvl1pPr>
              <a:defRPr/>
            </a:lvl1pPr>
          </a:lstStyle>
          <a:p>
            <a:pPr>
              <a:defRPr/>
            </a:pPr>
            <a:fld id="{F4546FD8-E13C-4B1A-90EF-B7DF944E07F9}" type="datetimeFigureOut">
              <a:rPr lang="zh-CN" altLang="en-US"/>
              <a:pPr>
                <a:defRPr/>
              </a:pPr>
              <a:t>2023/7/26</a:t>
            </a:fld>
            <a:endParaRPr lang="es-ES" altLang="en-US"/>
          </a:p>
        </p:txBody>
      </p:sp>
      <p:sp>
        <p:nvSpPr>
          <p:cNvPr id="6" name="4 Marcador de pie de página">
            <a:extLst>
              <a:ext uri="{FF2B5EF4-FFF2-40B4-BE49-F238E27FC236}">
                <a16:creationId xmlns:a16="http://schemas.microsoft.com/office/drawing/2014/main" id="{168E2DB1-1CAB-4C71-BFA6-64FE9B0D746C}"/>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7" name="5 Marcador de número de diapositiva">
            <a:extLst>
              <a:ext uri="{FF2B5EF4-FFF2-40B4-BE49-F238E27FC236}">
                <a16:creationId xmlns:a16="http://schemas.microsoft.com/office/drawing/2014/main" id="{9BEEFB8D-8930-4959-B56A-35BA0E923D49}"/>
              </a:ext>
            </a:extLst>
          </p:cNvPr>
          <p:cNvSpPr>
            <a:spLocks noGrp="1" noChangeArrowheads="1"/>
          </p:cNvSpPr>
          <p:nvPr>
            <p:ph type="sldNum" sz="quarter" idx="12"/>
          </p:nvPr>
        </p:nvSpPr>
        <p:spPr>
          <a:ln/>
        </p:spPr>
        <p:txBody>
          <a:bodyPr/>
          <a:lstStyle>
            <a:lvl1pPr>
              <a:defRPr/>
            </a:lvl1pPr>
          </a:lstStyle>
          <a:p>
            <a:pPr>
              <a:defRPr/>
            </a:pPr>
            <a:fld id="{A632E610-9008-4A6C-9A5D-7173955C9E62}" type="slidenum">
              <a:rPr lang="zh-CN" altLang="en-US"/>
              <a:pPr>
                <a:defRPr/>
              </a:pPr>
              <a:t>‹#›</a:t>
            </a:fld>
            <a:endParaRPr lang="es-ES" altLang="en-US"/>
          </a:p>
        </p:txBody>
      </p:sp>
    </p:spTree>
    <p:extLst>
      <p:ext uri="{BB962C8B-B14F-4D97-AF65-F5344CB8AC3E}">
        <p14:creationId xmlns:p14="http://schemas.microsoft.com/office/powerpoint/2010/main" val="30995808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3 Marcador de fecha">
            <a:extLst>
              <a:ext uri="{FF2B5EF4-FFF2-40B4-BE49-F238E27FC236}">
                <a16:creationId xmlns:a16="http://schemas.microsoft.com/office/drawing/2014/main" id="{2B37CEB6-87EA-40E2-9D7C-084EE665C89F}"/>
              </a:ext>
            </a:extLst>
          </p:cNvPr>
          <p:cNvSpPr>
            <a:spLocks noGrp="1" noChangeArrowheads="1"/>
          </p:cNvSpPr>
          <p:nvPr>
            <p:ph type="dt" sz="half" idx="10"/>
          </p:nvPr>
        </p:nvSpPr>
        <p:spPr>
          <a:ln/>
        </p:spPr>
        <p:txBody>
          <a:bodyPr/>
          <a:lstStyle>
            <a:lvl1pPr>
              <a:defRPr/>
            </a:lvl1pPr>
          </a:lstStyle>
          <a:p>
            <a:pPr>
              <a:defRPr/>
            </a:pPr>
            <a:fld id="{6638E3BF-6CB8-4783-B159-D54EF8C543D1}" type="datetimeFigureOut">
              <a:rPr lang="zh-CN" altLang="en-US"/>
              <a:pPr>
                <a:defRPr/>
              </a:pPr>
              <a:t>2023/7/26</a:t>
            </a:fld>
            <a:endParaRPr lang="es-ES" altLang="en-US"/>
          </a:p>
        </p:txBody>
      </p:sp>
      <p:sp>
        <p:nvSpPr>
          <p:cNvPr id="5" name="4 Marcador de pie de página">
            <a:extLst>
              <a:ext uri="{FF2B5EF4-FFF2-40B4-BE49-F238E27FC236}">
                <a16:creationId xmlns:a16="http://schemas.microsoft.com/office/drawing/2014/main" id="{2BDFB1EC-156A-4FD5-AFEE-28A0C521C559}"/>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5 Marcador de número de diapositiva">
            <a:extLst>
              <a:ext uri="{FF2B5EF4-FFF2-40B4-BE49-F238E27FC236}">
                <a16:creationId xmlns:a16="http://schemas.microsoft.com/office/drawing/2014/main" id="{3F15840B-3D04-4581-9F19-36A4F72C5D2C}"/>
              </a:ext>
            </a:extLst>
          </p:cNvPr>
          <p:cNvSpPr>
            <a:spLocks noGrp="1" noChangeArrowheads="1"/>
          </p:cNvSpPr>
          <p:nvPr>
            <p:ph type="sldNum" sz="quarter" idx="12"/>
          </p:nvPr>
        </p:nvSpPr>
        <p:spPr>
          <a:ln/>
        </p:spPr>
        <p:txBody>
          <a:bodyPr/>
          <a:lstStyle>
            <a:lvl1pPr>
              <a:defRPr/>
            </a:lvl1pPr>
          </a:lstStyle>
          <a:p>
            <a:pPr>
              <a:defRPr/>
            </a:pPr>
            <a:fld id="{297BB67C-0C23-4FBE-B00E-F49D6363D650}" type="slidenum">
              <a:rPr lang="zh-CN" altLang="en-US"/>
              <a:pPr>
                <a:defRPr/>
              </a:pPr>
              <a:t>‹#›</a:t>
            </a:fld>
            <a:endParaRPr lang="es-ES" altLang="en-US"/>
          </a:p>
        </p:txBody>
      </p:sp>
    </p:spTree>
    <p:extLst>
      <p:ext uri="{BB962C8B-B14F-4D97-AF65-F5344CB8AC3E}">
        <p14:creationId xmlns:p14="http://schemas.microsoft.com/office/powerpoint/2010/main" val="7480861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3 Marcador de fecha">
            <a:extLst>
              <a:ext uri="{FF2B5EF4-FFF2-40B4-BE49-F238E27FC236}">
                <a16:creationId xmlns:a16="http://schemas.microsoft.com/office/drawing/2014/main" id="{462FA359-0BA4-4C7C-998E-90C0C07FE2BA}"/>
              </a:ext>
            </a:extLst>
          </p:cNvPr>
          <p:cNvSpPr>
            <a:spLocks noGrp="1" noChangeArrowheads="1"/>
          </p:cNvSpPr>
          <p:nvPr>
            <p:ph type="dt" sz="half" idx="10"/>
          </p:nvPr>
        </p:nvSpPr>
        <p:spPr>
          <a:ln/>
        </p:spPr>
        <p:txBody>
          <a:bodyPr/>
          <a:lstStyle>
            <a:lvl1pPr>
              <a:defRPr/>
            </a:lvl1pPr>
          </a:lstStyle>
          <a:p>
            <a:pPr>
              <a:defRPr/>
            </a:pPr>
            <a:fld id="{BC0F8D3E-2B10-411D-9264-335AF5AB55E5}" type="datetimeFigureOut">
              <a:rPr lang="zh-CN" altLang="en-US"/>
              <a:pPr>
                <a:defRPr/>
              </a:pPr>
              <a:t>2023/7/26</a:t>
            </a:fld>
            <a:endParaRPr lang="es-ES" altLang="en-US"/>
          </a:p>
        </p:txBody>
      </p:sp>
      <p:sp>
        <p:nvSpPr>
          <p:cNvPr id="5" name="4 Marcador de pie de página">
            <a:extLst>
              <a:ext uri="{FF2B5EF4-FFF2-40B4-BE49-F238E27FC236}">
                <a16:creationId xmlns:a16="http://schemas.microsoft.com/office/drawing/2014/main" id="{570ABB7E-4684-4170-93B2-7296A4720597}"/>
              </a:ext>
            </a:extLst>
          </p:cNvPr>
          <p:cNvSpPr>
            <a:spLocks noGrp="1" noChangeArrowheads="1"/>
          </p:cNvSpPr>
          <p:nvPr>
            <p:ph type="ftr" sz="quarter" idx="11"/>
          </p:nvPr>
        </p:nvSpPr>
        <p:spPr>
          <a:ln/>
        </p:spPr>
        <p:txBody>
          <a:bodyPr/>
          <a:lstStyle>
            <a:lvl1pPr>
              <a:defRPr/>
            </a:lvl1pPr>
          </a:lstStyle>
          <a:p>
            <a:pPr>
              <a:defRPr/>
            </a:pPr>
            <a:endParaRPr lang="zh-CN" altLang="en-US"/>
          </a:p>
        </p:txBody>
      </p:sp>
      <p:sp>
        <p:nvSpPr>
          <p:cNvPr id="6" name="5 Marcador de número de diapositiva">
            <a:extLst>
              <a:ext uri="{FF2B5EF4-FFF2-40B4-BE49-F238E27FC236}">
                <a16:creationId xmlns:a16="http://schemas.microsoft.com/office/drawing/2014/main" id="{73747833-30B1-4C8C-BBB5-A892186A14AC}"/>
              </a:ext>
            </a:extLst>
          </p:cNvPr>
          <p:cNvSpPr>
            <a:spLocks noGrp="1" noChangeArrowheads="1"/>
          </p:cNvSpPr>
          <p:nvPr>
            <p:ph type="sldNum" sz="quarter" idx="12"/>
          </p:nvPr>
        </p:nvSpPr>
        <p:spPr>
          <a:ln/>
        </p:spPr>
        <p:txBody>
          <a:bodyPr/>
          <a:lstStyle>
            <a:lvl1pPr>
              <a:defRPr/>
            </a:lvl1pPr>
          </a:lstStyle>
          <a:p>
            <a:pPr>
              <a:defRPr/>
            </a:pPr>
            <a:fld id="{8748F309-D6A1-467F-9BF8-9A2E51B660A4}" type="slidenum">
              <a:rPr lang="zh-CN" altLang="en-US"/>
              <a:pPr>
                <a:defRPr/>
              </a:pPr>
              <a:t>‹#›</a:t>
            </a:fld>
            <a:endParaRPr lang="es-ES" altLang="en-US"/>
          </a:p>
        </p:txBody>
      </p:sp>
    </p:spTree>
    <p:extLst>
      <p:ext uri="{BB962C8B-B14F-4D97-AF65-F5344CB8AC3E}">
        <p14:creationId xmlns:p14="http://schemas.microsoft.com/office/powerpoint/2010/main" val="626504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1 Marcador de título">
            <a:extLst>
              <a:ext uri="{FF2B5EF4-FFF2-40B4-BE49-F238E27FC236}">
                <a16:creationId xmlns:a16="http://schemas.microsoft.com/office/drawing/2014/main" id="{91247BBC-C63C-4FB4-A88A-D7A789CE7F2B}"/>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s-ES" altLang="zh-CN"/>
              <a:t>Haga clic para modificar el estilo de título del patrón</a:t>
            </a:r>
          </a:p>
        </p:txBody>
      </p:sp>
      <p:sp>
        <p:nvSpPr>
          <p:cNvPr id="1027" name="2 Marcador de texto">
            <a:extLst>
              <a:ext uri="{FF2B5EF4-FFF2-40B4-BE49-F238E27FC236}">
                <a16:creationId xmlns:a16="http://schemas.microsoft.com/office/drawing/2014/main" id="{39FADFA2-F5F4-45CE-9E3F-BA965A42C27C}"/>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s-ES" altLang="zh-CN"/>
              <a:t>Haga clic para modificar el estilo de texto del patrón</a:t>
            </a:r>
          </a:p>
          <a:p>
            <a:pPr lvl="1"/>
            <a:r>
              <a:rPr lang="es-ES" altLang="zh-CN"/>
              <a:t>Segundo nivel</a:t>
            </a:r>
          </a:p>
          <a:p>
            <a:pPr lvl="2"/>
            <a:r>
              <a:rPr lang="es-ES" altLang="zh-CN"/>
              <a:t>Tercer nivel</a:t>
            </a:r>
          </a:p>
          <a:p>
            <a:pPr lvl="3"/>
            <a:r>
              <a:rPr lang="es-ES" altLang="zh-CN"/>
              <a:t>Cuarto nivel</a:t>
            </a:r>
          </a:p>
          <a:p>
            <a:pPr lvl="4"/>
            <a:r>
              <a:rPr lang="es-ES" altLang="zh-CN"/>
              <a:t>Quinto nivel</a:t>
            </a:r>
          </a:p>
        </p:txBody>
      </p:sp>
      <p:sp>
        <p:nvSpPr>
          <p:cNvPr id="1028" name="3 Marcador de fecha">
            <a:extLst>
              <a:ext uri="{FF2B5EF4-FFF2-40B4-BE49-F238E27FC236}">
                <a16:creationId xmlns:a16="http://schemas.microsoft.com/office/drawing/2014/main" id="{974DB53C-2043-48A4-80AD-62333D57C1A7}"/>
              </a:ext>
            </a:extLst>
          </p:cNvPr>
          <p:cNvSpPr>
            <a:spLocks noGrp="1" noChangeArrowheads="1"/>
          </p:cNvSpPr>
          <p:nvPr>
            <p:ph type="dt" sz="half" idx="2"/>
          </p:nvPr>
        </p:nvSpPr>
        <p:spPr bwMode="auto">
          <a:xfrm>
            <a:off x="457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eaLnBrk="1" hangingPunct="1">
              <a:defRPr sz="1200">
                <a:solidFill>
                  <a:srgbClr val="898989"/>
                </a:solidFill>
                <a:latin typeface="+mn-lt"/>
                <a:ea typeface="宋体" panose="02010600030101010101" pitchFamily="2" charset="-122"/>
              </a:defRPr>
            </a:lvl1pPr>
          </a:lstStyle>
          <a:p>
            <a:pPr>
              <a:defRPr/>
            </a:pPr>
            <a:fld id="{10C5D086-FA4E-491C-A29E-F7F559DB5343}" type="datetimeFigureOut">
              <a:rPr lang="zh-CN" altLang="en-US"/>
              <a:pPr>
                <a:defRPr/>
              </a:pPr>
              <a:t>2023/7/26</a:t>
            </a:fld>
            <a:endParaRPr lang="es-ES" altLang="en-US"/>
          </a:p>
        </p:txBody>
      </p:sp>
      <p:sp>
        <p:nvSpPr>
          <p:cNvPr id="1029" name="4 Marcador de pie de página">
            <a:extLst>
              <a:ext uri="{FF2B5EF4-FFF2-40B4-BE49-F238E27FC236}">
                <a16:creationId xmlns:a16="http://schemas.microsoft.com/office/drawing/2014/main" id="{C6B33EEA-6103-40CE-8CED-FD6429B49AEF}"/>
              </a:ext>
            </a:extLst>
          </p:cNvPr>
          <p:cNvSpPr>
            <a:spLocks noGrp="1" noChangeArrowheads="1"/>
          </p:cNvSpPr>
          <p:nvPr>
            <p:ph type="ftr" sz="quarter" idx="3"/>
          </p:nvPr>
        </p:nvSpPr>
        <p:spPr bwMode="auto">
          <a:xfrm>
            <a:off x="3124200" y="6356350"/>
            <a:ext cx="2895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latin typeface="+mn-lt"/>
                <a:ea typeface="宋体" panose="02010600030101010101" pitchFamily="2" charset="-122"/>
              </a:defRPr>
            </a:lvl1pPr>
          </a:lstStyle>
          <a:p>
            <a:pPr>
              <a:defRPr/>
            </a:pPr>
            <a:endParaRPr lang="zh-CN" altLang="en-US"/>
          </a:p>
        </p:txBody>
      </p:sp>
      <p:sp>
        <p:nvSpPr>
          <p:cNvPr id="1030" name="5 Marcador de número de diapositiva">
            <a:extLst>
              <a:ext uri="{FF2B5EF4-FFF2-40B4-BE49-F238E27FC236}">
                <a16:creationId xmlns:a16="http://schemas.microsoft.com/office/drawing/2014/main" id="{F064986C-5270-4757-99A3-7C3222DA7772}"/>
              </a:ext>
            </a:extLst>
          </p:cNvPr>
          <p:cNvSpPr>
            <a:spLocks noGrp="1" noChangeArrowheads="1"/>
          </p:cNvSpPr>
          <p:nvPr>
            <p:ph type="sldNum" sz="quarter" idx="4"/>
          </p:nvPr>
        </p:nvSpPr>
        <p:spPr bwMode="auto">
          <a:xfrm>
            <a:off x="6553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r" eaLnBrk="1" hangingPunct="1">
              <a:defRPr sz="1200" smtClean="0">
                <a:solidFill>
                  <a:srgbClr val="898989"/>
                </a:solidFill>
                <a:latin typeface="Calibri" panose="020F0502020204030204" pitchFamily="34" charset="0"/>
                <a:ea typeface="宋体" panose="02010600030101010101" pitchFamily="2" charset="-122"/>
              </a:defRPr>
            </a:lvl1pPr>
          </a:lstStyle>
          <a:p>
            <a:pPr>
              <a:defRPr/>
            </a:pPr>
            <a:fld id="{C707EB0D-2BC0-4235-9AD4-6A0464E9E284}" type="slidenum">
              <a:rPr lang="zh-CN" altLang="en-US"/>
              <a:pPr>
                <a:defRPr/>
              </a:pPr>
              <a:t>‹#›</a:t>
            </a:fld>
            <a:endParaRPr lang="es-ES" altLang="en-US"/>
          </a:p>
        </p:txBody>
      </p:sp>
    </p:spTree>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4" r:id="rId7"/>
    <p:sldLayoutId id="2147483740" r:id="rId8"/>
    <p:sldLayoutId id="2147483741" r:id="rId9"/>
    <p:sldLayoutId id="2147483742" r:id="rId10"/>
    <p:sldLayoutId id="2147483743"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eaLnBrk="0" fontAlgn="base" hangingPunct="0">
        <a:spcBef>
          <a:spcPct val="0"/>
        </a:spcBef>
        <a:spcAft>
          <a:spcPct val="0"/>
        </a:spcAft>
        <a:defRPr sz="4400">
          <a:solidFill>
            <a:schemeClr val="tx1"/>
          </a:solidFill>
          <a:latin typeface="Calibri" panose="020F0502020204030204" pitchFamily="34" charset="0"/>
        </a:defRPr>
      </a:lvl6pPr>
      <a:lvl7pPr marL="914400" algn="ctr" rtl="0" eaLnBrk="0" fontAlgn="base" hangingPunct="0">
        <a:spcBef>
          <a:spcPct val="0"/>
        </a:spcBef>
        <a:spcAft>
          <a:spcPct val="0"/>
        </a:spcAft>
        <a:defRPr sz="4400">
          <a:solidFill>
            <a:schemeClr val="tx1"/>
          </a:solidFill>
          <a:latin typeface="Calibri" panose="020F0502020204030204" pitchFamily="34" charset="0"/>
        </a:defRPr>
      </a:lvl7pPr>
      <a:lvl8pPr marL="1371600" algn="ctr" rtl="0" eaLnBrk="0" fontAlgn="base" hangingPunct="0">
        <a:spcBef>
          <a:spcPct val="0"/>
        </a:spcBef>
        <a:spcAft>
          <a:spcPct val="0"/>
        </a:spcAft>
        <a:defRPr sz="4400">
          <a:solidFill>
            <a:schemeClr val="tx1"/>
          </a:solidFill>
          <a:latin typeface="Calibri" panose="020F0502020204030204" pitchFamily="34" charset="0"/>
        </a:defRPr>
      </a:lvl8pPr>
      <a:lvl9pPr marL="1828800" algn="ctr" rtl="0" eaLnBrk="0" fontAlgn="base" hangingPunct="0">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1">
            <a:extLst>
              <a:ext uri="{FF2B5EF4-FFF2-40B4-BE49-F238E27FC236}">
                <a16:creationId xmlns:a16="http://schemas.microsoft.com/office/drawing/2014/main" id="{0E696708-E3F7-4955-9FAB-D6EF3F61EDA4}"/>
              </a:ext>
            </a:extLst>
          </p:cNvPr>
          <p:cNvSpPr>
            <a:spLocks noGrp="1" noChangeArrowheads="1"/>
          </p:cNvSpPr>
          <p:nvPr>
            <p:ph type="title"/>
          </p:nvPr>
        </p:nvSpPr>
        <p:spPr/>
        <p:txBody>
          <a:bodyPr/>
          <a:lstStyle/>
          <a:p>
            <a:r>
              <a:rPr lang="zh-CN" altLang="en-US" sz="3600" b="1" dirty="0">
                <a:ea typeface="宋体" panose="02010600030101010101" pitchFamily="2" charset="-122"/>
              </a:rPr>
              <a:t>第</a:t>
            </a:r>
            <a:r>
              <a:rPr lang="en-US" altLang="zh-CN" sz="3600" b="1" dirty="0">
                <a:ea typeface="宋体" panose="02010600030101010101" pitchFamily="2" charset="-122"/>
              </a:rPr>
              <a:t>14</a:t>
            </a:r>
            <a:r>
              <a:rPr lang="zh-CN" altLang="en-US" sz="3600" b="1" dirty="0">
                <a:ea typeface="宋体" panose="02010600030101010101" pitchFamily="2" charset="-122"/>
              </a:rPr>
              <a:t>章 创建你自己的小精灵</a:t>
            </a:r>
            <a:r>
              <a:rPr lang="en-US" altLang="zh-CN" sz="3600" b="1" dirty="0">
                <a:ea typeface="宋体" panose="02010600030101010101" pitchFamily="2" charset="-122"/>
              </a:rPr>
              <a:t>-</a:t>
            </a:r>
            <a:r>
              <a:rPr lang="zh-CN" altLang="en-US" sz="3600" b="1" dirty="0">
                <a:ea typeface="宋体" panose="02010600030101010101" pitchFamily="2" charset="-122"/>
              </a:rPr>
              <a:t>基于</a:t>
            </a:r>
            <a:r>
              <a:rPr lang="en-US" altLang="zh-CN" sz="3600" b="1" dirty="0">
                <a:ea typeface="宋体" panose="02010600030101010101" pitchFamily="2" charset="-122"/>
              </a:rPr>
              <a:t>MFCC</a:t>
            </a:r>
            <a:r>
              <a:rPr lang="zh-CN" altLang="en-US" sz="3600" b="1" dirty="0">
                <a:ea typeface="宋体" panose="02010600030101010101" pitchFamily="2" charset="-122"/>
              </a:rPr>
              <a:t>的语音唤醒实战</a:t>
            </a:r>
          </a:p>
        </p:txBody>
      </p:sp>
      <p:sp>
        <p:nvSpPr>
          <p:cNvPr id="4099" name="内容占位符 2">
            <a:extLst>
              <a:ext uri="{FF2B5EF4-FFF2-40B4-BE49-F238E27FC236}">
                <a16:creationId xmlns:a16="http://schemas.microsoft.com/office/drawing/2014/main" id="{A0AF8FF0-1AF0-4B34-B2AC-70FE2E9B2F68}"/>
              </a:ext>
            </a:extLst>
          </p:cNvPr>
          <p:cNvSpPr>
            <a:spLocks noGrp="1" noChangeArrowheads="1"/>
          </p:cNvSpPr>
          <p:nvPr>
            <p:ph idx="1"/>
          </p:nvPr>
        </p:nvSpPr>
        <p:spPr/>
        <p:txBody>
          <a:bodyPr/>
          <a:lstStyle/>
          <a:p>
            <a:r>
              <a:rPr lang="en-US" altLang="zh-CN" dirty="0">
                <a:ea typeface="宋体" panose="02010600030101010101" pitchFamily="2" charset="-122"/>
              </a:rPr>
              <a:t>14.1  </a:t>
            </a:r>
            <a:r>
              <a:rPr lang="zh-CN" altLang="en-US" dirty="0">
                <a:ea typeface="宋体" panose="02010600030101010101" pitchFamily="2" charset="-122"/>
              </a:rPr>
              <a:t>语音识别的理论基础</a:t>
            </a:r>
            <a:r>
              <a:rPr lang="en-US" altLang="zh-CN" dirty="0">
                <a:ea typeface="宋体" panose="02010600030101010101" pitchFamily="2" charset="-122"/>
              </a:rPr>
              <a:t>——MFCC</a:t>
            </a:r>
          </a:p>
          <a:p>
            <a:r>
              <a:rPr lang="en-US" altLang="zh-CN" dirty="0">
                <a:ea typeface="宋体" panose="02010600030101010101" pitchFamily="2" charset="-122"/>
              </a:rPr>
              <a:t>14.2  </a:t>
            </a:r>
            <a:r>
              <a:rPr lang="zh-CN" altLang="en-US" dirty="0">
                <a:ea typeface="宋体" panose="02010600030101010101" pitchFamily="2" charset="-122"/>
              </a:rPr>
              <a:t>语音识别的数据获取与准备</a:t>
            </a:r>
          </a:p>
          <a:p>
            <a:r>
              <a:rPr lang="en-US" altLang="zh-CN" dirty="0">
                <a:ea typeface="宋体" panose="02010600030101010101" pitchFamily="2" charset="-122"/>
              </a:rPr>
              <a:t>14.3  </a:t>
            </a:r>
            <a:r>
              <a:rPr lang="zh-CN" altLang="en-US" dirty="0">
                <a:ea typeface="宋体" panose="02010600030101010101" pitchFamily="2" charset="-122"/>
              </a:rPr>
              <a:t>本章小结</a:t>
            </a:r>
          </a:p>
          <a:p>
            <a:pPr marL="0" indent="0">
              <a:buNone/>
            </a:pPr>
            <a:endParaRPr lang="en-US" altLang="zh-CN" dirty="0">
              <a:ea typeface="宋体" panose="0201060003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a:extLst>
              <a:ext uri="{FF2B5EF4-FFF2-40B4-BE49-F238E27FC236}">
                <a16:creationId xmlns:a16="http://schemas.microsoft.com/office/drawing/2014/main" id="{AD62EE69-FF52-40F2-9FC5-5C504E966D27}"/>
              </a:ext>
            </a:extLst>
          </p:cNvPr>
          <p:cNvSpPr>
            <a:spLocks noGrp="1" noChangeArrowheads="1"/>
          </p:cNvSpPr>
          <p:nvPr>
            <p:ph type="title"/>
          </p:nvPr>
        </p:nvSpPr>
        <p:spPr/>
        <p:txBody>
          <a:bodyPr/>
          <a:lstStyle/>
          <a:p>
            <a:r>
              <a:rPr lang="en-US" altLang="zh-CN" dirty="0">
                <a:ea typeface="宋体" panose="02010600030101010101" pitchFamily="2" charset="-122"/>
              </a:rPr>
              <a:t>14.1  </a:t>
            </a:r>
            <a:r>
              <a:rPr lang="zh-CN" altLang="en-US" dirty="0">
                <a:ea typeface="宋体" panose="02010600030101010101" pitchFamily="2" charset="-122"/>
              </a:rPr>
              <a:t>语音识别的理论基础</a:t>
            </a:r>
            <a:r>
              <a:rPr lang="en-US" altLang="zh-CN" dirty="0">
                <a:ea typeface="宋体" panose="02010600030101010101" pitchFamily="2" charset="-122"/>
              </a:rPr>
              <a:t>——MFCC</a:t>
            </a:r>
            <a:endParaRPr lang="zh-CN" altLang="en-US" dirty="0">
              <a:ea typeface="宋体" panose="02010600030101010101" pitchFamily="2" charset="-122"/>
            </a:endParaRPr>
          </a:p>
        </p:txBody>
      </p:sp>
      <p:sp>
        <p:nvSpPr>
          <p:cNvPr id="11" name="文本框 10">
            <a:extLst>
              <a:ext uri="{FF2B5EF4-FFF2-40B4-BE49-F238E27FC236}">
                <a16:creationId xmlns:a16="http://schemas.microsoft.com/office/drawing/2014/main" id="{611FC5AE-673F-4C0A-B168-7947CF01F7CF}"/>
              </a:ext>
            </a:extLst>
          </p:cNvPr>
          <p:cNvSpPr txBox="1"/>
          <p:nvPr/>
        </p:nvSpPr>
        <p:spPr>
          <a:xfrm>
            <a:off x="457200" y="1988840"/>
            <a:ext cx="7859216" cy="3455690"/>
          </a:xfrm>
          <a:prstGeom prst="rect">
            <a:avLst/>
          </a:prstGeom>
          <a:noFill/>
        </p:spPr>
        <p:txBody>
          <a:bodyPr wrap="square">
            <a:spAutoFit/>
          </a:bodyPr>
          <a:lstStyle/>
          <a:p>
            <a:pPr indent="269875" algn="just">
              <a:lnSpc>
                <a:spcPts val="1560"/>
              </a:lnSpc>
            </a:pPr>
            <a:r>
              <a:rPr lang="zh-CN" altLang="zh-CN" sz="1800" dirty="0">
                <a:effectLst/>
                <a:latin typeface="Times New Roman" panose="02020603050405020304" pitchFamily="18" charset="0"/>
                <a:ea typeface="宋体" panose="02010600030101010101" pitchFamily="2" charset="-122"/>
              </a:rPr>
              <a:t>在语音识别研究领域，音频特征的选择至关重要。本书大部分内容中都在使用一种非常成功的音频特征</a:t>
            </a:r>
            <a:r>
              <a:rPr lang="en-US" altLang="zh-CN" sz="1800" dirty="0">
                <a:effectLst/>
                <a:latin typeface="Times New Roman" panose="02020603050405020304" pitchFamily="18" charset="0"/>
                <a:ea typeface="宋体" panose="02010600030101010101" pitchFamily="2" charset="-122"/>
              </a:rPr>
              <a:t>——</a:t>
            </a:r>
            <a:r>
              <a:rPr lang="zh-CN" altLang="zh-CN" sz="1800" dirty="0">
                <a:effectLst/>
                <a:latin typeface="Times New Roman" panose="02020603050405020304" pitchFamily="18" charset="0"/>
                <a:ea typeface="宋体" panose="02010600030101010101" pitchFamily="2" charset="-122"/>
              </a:rPr>
              <a:t>梅尔频率倒谱系数（</a:t>
            </a:r>
            <a:r>
              <a:rPr lang="en-US" altLang="zh-CN" sz="1800" dirty="0">
                <a:effectLst/>
                <a:latin typeface="Times New Roman" panose="02020603050405020304" pitchFamily="18" charset="0"/>
                <a:ea typeface="宋体" panose="02010600030101010101" pitchFamily="2" charset="-122"/>
              </a:rPr>
              <a:t>Mel-Frequency </a:t>
            </a:r>
            <a:r>
              <a:rPr lang="en-US" altLang="zh-CN" sz="1800" dirty="0" err="1">
                <a:effectLst/>
                <a:latin typeface="Times New Roman" panose="02020603050405020304" pitchFamily="18" charset="0"/>
                <a:ea typeface="宋体" panose="02010600030101010101" pitchFamily="2" charset="-122"/>
              </a:rPr>
              <a:t>Cepstrum</a:t>
            </a:r>
            <a:r>
              <a:rPr lang="en-US" altLang="zh-CN" sz="1800" dirty="0">
                <a:effectLst/>
                <a:latin typeface="Times New Roman" panose="02020603050405020304" pitchFamily="18" charset="0"/>
                <a:ea typeface="宋体" panose="02010600030101010101" pitchFamily="2" charset="-122"/>
              </a:rPr>
              <a:t> Coefficient</a:t>
            </a:r>
            <a:r>
              <a:rPr lang="zh-CN" altLang="zh-CN" sz="1800" dirty="0">
                <a:effectLst/>
                <a:latin typeface="Times New Roman" panose="02020603050405020304" pitchFamily="18" charset="0"/>
                <a:ea typeface="宋体" panose="02010600030101010101" pitchFamily="2" charset="-122"/>
              </a:rPr>
              <a:t>，</a:t>
            </a:r>
            <a:r>
              <a:rPr lang="en-US" altLang="zh-CN" sz="1800" dirty="0">
                <a:effectLst/>
                <a:latin typeface="Times New Roman" panose="02020603050405020304" pitchFamily="18" charset="0"/>
                <a:ea typeface="宋体" panose="02010600030101010101" pitchFamily="2" charset="-122"/>
              </a:rPr>
              <a:t>MFCC</a:t>
            </a:r>
            <a:r>
              <a:rPr lang="zh-CN" altLang="zh-CN" sz="1800" dirty="0">
                <a:effectLst/>
                <a:latin typeface="Times New Roman" panose="02020603050405020304" pitchFamily="18" charset="0"/>
                <a:ea typeface="宋体" panose="02010600030101010101" pitchFamily="2" charset="-122"/>
              </a:rPr>
              <a:t>）。</a:t>
            </a:r>
          </a:p>
          <a:p>
            <a:pPr indent="269875" algn="just">
              <a:lnSpc>
                <a:spcPts val="1560"/>
              </a:lnSpc>
            </a:pPr>
            <a:r>
              <a:rPr lang="en-US" altLang="zh-CN" sz="1800" dirty="0">
                <a:effectLst/>
                <a:latin typeface="Times New Roman" panose="02020603050405020304" pitchFamily="18" charset="0"/>
                <a:ea typeface="宋体" panose="02010600030101010101" pitchFamily="2" charset="-122"/>
              </a:rPr>
              <a:t>MFCC</a:t>
            </a:r>
            <a:r>
              <a:rPr lang="zh-CN" altLang="zh-CN" sz="1800" dirty="0">
                <a:effectLst/>
                <a:latin typeface="Times New Roman" panose="02020603050405020304" pitchFamily="18" charset="0"/>
                <a:ea typeface="宋体" panose="02010600030101010101" pitchFamily="2" charset="-122"/>
              </a:rPr>
              <a:t>特征的成功很大程度上得益于心理声学的研究成果，它对人的听觉机理进行了建模。研究发现，对于音频信号从时域信号转化为频域信号之后，可以得到各种频率分量的能量分布。心理声学的研究结果表明，人耳对于低频信号更加敏感，对于高频信号比较不敏感，具体是一种什么关系？</a:t>
            </a:r>
          </a:p>
          <a:p>
            <a:pPr indent="269875" algn="just">
              <a:lnSpc>
                <a:spcPts val="1560"/>
              </a:lnSpc>
            </a:pPr>
            <a:r>
              <a:rPr lang="zh-CN" altLang="zh-CN" sz="1800" dirty="0">
                <a:effectLst/>
                <a:latin typeface="Times New Roman" panose="02020603050405020304" pitchFamily="18" charset="0"/>
                <a:ea typeface="宋体" panose="02010600030101010101" pitchFamily="2" charset="-122"/>
              </a:rPr>
              <a:t>心理声学研究结果表明，在低频部分是一种线性的关系，但是随着频率的升高，人耳对于频率的敏感程度呈现对数增长的态势。这意味着仅仅从各个频率能量的分布来设计符合人的听觉习惯的音频特征，这是不太合理的。</a:t>
            </a:r>
          </a:p>
          <a:p>
            <a:pPr indent="269875" algn="just">
              <a:lnSpc>
                <a:spcPts val="1560"/>
              </a:lnSpc>
            </a:pPr>
            <a:r>
              <a:rPr lang="en-US" altLang="zh-CN" sz="1800" dirty="0">
                <a:effectLst/>
                <a:latin typeface="Times New Roman" panose="02020603050405020304" pitchFamily="18" charset="0"/>
                <a:ea typeface="宋体" panose="02010600030101010101" pitchFamily="2" charset="-122"/>
              </a:rPr>
              <a:t>MFCC</a:t>
            </a:r>
            <a:r>
              <a:rPr lang="zh-CN" altLang="zh-CN" sz="1800" dirty="0">
                <a:effectLst/>
                <a:latin typeface="Times New Roman" panose="02020603050405020304" pitchFamily="18" charset="0"/>
                <a:ea typeface="宋体" panose="02010600030101010101" pitchFamily="2" charset="-122"/>
              </a:rPr>
              <a:t>是基于人耳听觉特性提出来的，它与</a:t>
            </a:r>
            <a:r>
              <a:rPr lang="en-US" altLang="zh-CN" sz="1800" dirty="0">
                <a:effectLst/>
                <a:latin typeface="Times New Roman" panose="02020603050405020304" pitchFamily="18" charset="0"/>
                <a:ea typeface="宋体" panose="02010600030101010101" pitchFamily="2" charset="-122"/>
              </a:rPr>
              <a:t>Hz</a:t>
            </a:r>
            <a:r>
              <a:rPr lang="zh-CN" altLang="zh-CN" sz="1800" dirty="0">
                <a:effectLst/>
                <a:latin typeface="Times New Roman" panose="02020603050405020304" pitchFamily="18" charset="0"/>
                <a:ea typeface="宋体" panose="02010600030101010101" pitchFamily="2" charset="-122"/>
              </a:rPr>
              <a:t>频率成非线性对应关系。</a:t>
            </a:r>
            <a:r>
              <a:rPr lang="en-US" altLang="zh-CN" sz="1800" dirty="0">
                <a:effectLst/>
                <a:latin typeface="Times New Roman" panose="02020603050405020304" pitchFamily="18" charset="0"/>
                <a:ea typeface="宋体" panose="02010600030101010101" pitchFamily="2" charset="-122"/>
              </a:rPr>
              <a:t>MFCC</a:t>
            </a:r>
            <a:r>
              <a:rPr lang="zh-CN" altLang="zh-CN" sz="1800" dirty="0">
                <a:effectLst/>
                <a:latin typeface="Times New Roman" panose="02020603050405020304" pitchFamily="18" charset="0"/>
                <a:ea typeface="宋体" panose="02010600030101010101" pitchFamily="2" charset="-122"/>
              </a:rPr>
              <a:t>利用这种关系，计算得到</a:t>
            </a:r>
            <a:r>
              <a:rPr lang="en-US" altLang="zh-CN" sz="1800" dirty="0">
                <a:effectLst/>
                <a:latin typeface="Times New Roman" panose="02020603050405020304" pitchFamily="18" charset="0"/>
                <a:ea typeface="宋体" panose="02010600030101010101" pitchFamily="2" charset="-122"/>
              </a:rPr>
              <a:t>Hz</a:t>
            </a:r>
            <a:r>
              <a:rPr lang="zh-CN" altLang="zh-CN" sz="1800" dirty="0">
                <a:effectLst/>
                <a:latin typeface="Times New Roman" panose="02020603050405020304" pitchFamily="18" charset="0"/>
                <a:ea typeface="宋体" panose="02010600030101010101" pitchFamily="2" charset="-122"/>
              </a:rPr>
              <a:t>频谱特征，已经广泛地应用在语音识别领域。</a:t>
            </a:r>
          </a:p>
          <a:p>
            <a:pPr indent="269875" algn="just">
              <a:lnSpc>
                <a:spcPts val="1560"/>
              </a:lnSpc>
              <a:spcAft>
                <a:spcPts val="600"/>
              </a:spcAft>
            </a:pPr>
            <a:r>
              <a:rPr lang="en-US" altLang="zh-CN" sz="1800" dirty="0">
                <a:effectLst/>
                <a:latin typeface="Times New Roman" panose="02020603050405020304" pitchFamily="18" charset="0"/>
                <a:ea typeface="宋体" panose="02010600030101010101" pitchFamily="2" charset="-122"/>
              </a:rPr>
              <a:t>MFCC</a:t>
            </a:r>
            <a:r>
              <a:rPr lang="zh-CN" altLang="zh-CN" sz="1800" dirty="0">
                <a:effectLst/>
                <a:latin typeface="Times New Roman" panose="02020603050405020304" pitchFamily="18" charset="0"/>
                <a:ea typeface="宋体" panose="02010600030101010101" pitchFamily="2" charset="-122"/>
              </a:rPr>
              <a:t>特征提取包含两个关键步骤：</a:t>
            </a:r>
          </a:p>
          <a:p>
            <a:pPr marL="342900" lvl="0" indent="-342900" algn="just">
              <a:lnSpc>
                <a:spcPts val="1560"/>
              </a:lnSpc>
              <a:buSzPts val="750"/>
              <a:buFont typeface="Wingdings" panose="05000000000000000000" pitchFamily="2" charset="2"/>
              <a:buChar char=""/>
              <a:tabLst>
                <a:tab pos="467995" algn="l"/>
                <a:tab pos="467995" algn="l"/>
              </a:tabLst>
            </a:pPr>
            <a:r>
              <a:rPr lang="zh-CN" altLang="zh-CN" sz="1800" kern="100" dirty="0">
                <a:effectLst/>
                <a:latin typeface="Times New Roman" panose="02020603050405020304" pitchFamily="18" charset="0"/>
                <a:ea typeface="楷体_GB2312"/>
              </a:rPr>
              <a:t>转化到梅尔频率。</a:t>
            </a:r>
          </a:p>
          <a:p>
            <a:pPr marL="342900" lvl="0" indent="-342900" algn="just">
              <a:lnSpc>
                <a:spcPts val="1560"/>
              </a:lnSpc>
              <a:buSzPts val="750"/>
              <a:buFont typeface="Wingdings" panose="05000000000000000000" pitchFamily="2" charset="2"/>
              <a:buChar char=""/>
              <a:tabLst>
                <a:tab pos="467995" algn="l"/>
                <a:tab pos="467995" algn="l"/>
              </a:tabLst>
            </a:pPr>
            <a:r>
              <a:rPr lang="zh-CN" altLang="zh-CN" sz="1800" kern="100" dirty="0">
                <a:effectLst/>
                <a:latin typeface="Times New Roman" panose="02020603050405020304" pitchFamily="18" charset="0"/>
                <a:ea typeface="楷体_GB2312"/>
              </a:rPr>
              <a:t>进行倒谱分析。</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a:extLst>
              <a:ext uri="{FF2B5EF4-FFF2-40B4-BE49-F238E27FC236}">
                <a16:creationId xmlns:a16="http://schemas.microsoft.com/office/drawing/2014/main" id="{815C580A-7EDA-45BC-B1B0-8681ED37B3F6}"/>
              </a:ext>
            </a:extLst>
          </p:cNvPr>
          <p:cNvSpPr>
            <a:spLocks noGrp="1" noChangeArrowheads="1"/>
          </p:cNvSpPr>
          <p:nvPr>
            <p:ph type="title"/>
          </p:nvPr>
        </p:nvSpPr>
        <p:spPr/>
        <p:txBody>
          <a:bodyPr/>
          <a:lstStyle/>
          <a:p>
            <a:r>
              <a:rPr lang="en-US" altLang="zh-CN" dirty="0">
                <a:ea typeface="宋体" panose="02010600030101010101" pitchFamily="2" charset="-122"/>
              </a:rPr>
              <a:t>14.2  </a:t>
            </a:r>
            <a:r>
              <a:rPr lang="zh-CN" altLang="en-US" dirty="0">
                <a:ea typeface="宋体" panose="02010600030101010101" pitchFamily="2" charset="-122"/>
              </a:rPr>
              <a:t>语音识别的数据获取与准备</a:t>
            </a:r>
          </a:p>
        </p:txBody>
      </p:sp>
      <p:sp>
        <p:nvSpPr>
          <p:cNvPr id="6147" name="内容占位符 2">
            <a:extLst>
              <a:ext uri="{FF2B5EF4-FFF2-40B4-BE49-F238E27FC236}">
                <a16:creationId xmlns:a16="http://schemas.microsoft.com/office/drawing/2014/main" id="{5B4A23E8-D5C7-4698-A477-7F0D620FC9A5}"/>
              </a:ext>
            </a:extLst>
          </p:cNvPr>
          <p:cNvSpPr>
            <a:spLocks noGrp="1" noChangeArrowheads="1"/>
          </p:cNvSpPr>
          <p:nvPr>
            <p:ph idx="1"/>
          </p:nvPr>
        </p:nvSpPr>
        <p:spPr>
          <a:xfrm>
            <a:off x="457200" y="1600200"/>
            <a:ext cx="8229600" cy="964704"/>
          </a:xfrm>
        </p:spPr>
        <p:txBody>
          <a:bodyPr/>
          <a:lstStyle/>
          <a:p>
            <a:pPr marL="0" indent="0" algn="just">
              <a:lnSpc>
                <a:spcPct val="173000"/>
              </a:lnSpc>
              <a:spcBef>
                <a:spcPts val="1300"/>
              </a:spcBef>
              <a:spcAft>
                <a:spcPts val="1300"/>
              </a:spcAft>
              <a:buNone/>
            </a:pPr>
            <a:r>
              <a:rPr lang="en-US" altLang="zh-CN" sz="1800" b="1" kern="100" dirty="0">
                <a:effectLst/>
                <a:latin typeface="等线" panose="02010600030101010101" pitchFamily="2" charset="-122"/>
                <a:ea typeface="等线" panose="02010600030101010101" pitchFamily="2" charset="-122"/>
              </a:rPr>
              <a:t>14.2.1  SPEECHCOMMANDS</a:t>
            </a:r>
            <a:r>
              <a:rPr lang="zh-CN" altLang="en-US" sz="1800" b="1" kern="100" dirty="0">
                <a:effectLst/>
                <a:latin typeface="等线" panose="02010600030101010101" pitchFamily="2" charset="-122"/>
                <a:ea typeface="等线" panose="02010600030101010101" pitchFamily="2" charset="-122"/>
              </a:rPr>
              <a:t>简介与数据说明</a:t>
            </a:r>
            <a:endParaRPr lang="zh-CN" altLang="zh-CN" sz="1800" b="1" kern="100" dirty="0">
              <a:effectLst/>
              <a:latin typeface="等线" panose="02010600030101010101" pitchFamily="2" charset="-122"/>
              <a:ea typeface="等线" panose="02010600030101010101" pitchFamily="2" charset="-122"/>
            </a:endParaRPr>
          </a:p>
        </p:txBody>
      </p:sp>
      <p:sp>
        <p:nvSpPr>
          <p:cNvPr id="13" name="文本框 12">
            <a:extLst>
              <a:ext uri="{FF2B5EF4-FFF2-40B4-BE49-F238E27FC236}">
                <a16:creationId xmlns:a16="http://schemas.microsoft.com/office/drawing/2014/main" id="{4B551C38-DE7B-4C45-A6B7-45A552A55CD5}"/>
              </a:ext>
            </a:extLst>
          </p:cNvPr>
          <p:cNvSpPr txBox="1"/>
          <p:nvPr/>
        </p:nvSpPr>
        <p:spPr>
          <a:xfrm>
            <a:off x="425996" y="2348880"/>
            <a:ext cx="8496944" cy="1323439"/>
          </a:xfrm>
          <a:prstGeom prst="rect">
            <a:avLst/>
          </a:prstGeom>
          <a:noFill/>
        </p:spPr>
        <p:txBody>
          <a:bodyPr wrap="square">
            <a:spAutoFit/>
          </a:bodyPr>
          <a:lstStyle/>
          <a:p>
            <a:pPr indent="269875" algn="just">
              <a:lnSpc>
                <a:spcPts val="1560"/>
              </a:lnSpc>
            </a:pPr>
            <a:r>
              <a:rPr lang="zh-CN" altLang="zh-CN" sz="1800" dirty="0">
                <a:effectLst/>
                <a:latin typeface="Times New Roman" panose="02020603050405020304" pitchFamily="18" charset="0"/>
                <a:ea typeface="宋体" panose="02010600030101010101" pitchFamily="2" charset="-122"/>
              </a:rPr>
              <a:t>深度学习的第一步，也是重要的步骤，就是数据的准备。数据的来源多种多样，既有不同类型的数据集，也有根据项目需求由项目组自行准备的数据集。由于本例的目的是识别特定词语而进行语音唤醒，因而采用一整套专门的语音识别数据集</a:t>
            </a:r>
            <a:r>
              <a:rPr lang="en-US" altLang="zh-CN" sz="1800" dirty="0">
                <a:effectLst/>
                <a:latin typeface="Times New Roman" panose="02020603050405020304" pitchFamily="18" charset="0"/>
                <a:ea typeface="宋体" panose="02010600030101010101" pitchFamily="2" charset="-122"/>
              </a:rPr>
              <a:t>speech commands</a:t>
            </a:r>
            <a:r>
              <a:rPr lang="zh-CN" altLang="zh-CN" sz="1800" dirty="0">
                <a:effectLst/>
                <a:latin typeface="Times New Roman" panose="02020603050405020304" pitchFamily="18" charset="0"/>
                <a:ea typeface="宋体" panose="02010600030101010101" pitchFamily="2" charset="-122"/>
              </a:rPr>
              <a:t>。</a:t>
            </a:r>
          </a:p>
          <a:p>
            <a:pPr indent="269875" algn="just">
              <a:lnSpc>
                <a:spcPts val="1560"/>
              </a:lnSpc>
            </a:pPr>
            <a:r>
              <a:rPr lang="zh-CN" altLang="zh-CN" sz="1800" dirty="0">
                <a:effectLst/>
                <a:latin typeface="Times New Roman" panose="02020603050405020304" pitchFamily="18" charset="0"/>
                <a:ea typeface="宋体" panose="02010600030101010101" pitchFamily="2" charset="-122"/>
              </a:rPr>
              <a:t>首先是对于数据集的获取部分，读者可以使用如下代码直接</a:t>
            </a:r>
            <a:r>
              <a:rPr lang="en-US" altLang="zh-CN" sz="1800" dirty="0">
                <a:effectLst/>
                <a:latin typeface="Times New Roman" panose="02020603050405020304" pitchFamily="18" charset="0"/>
                <a:ea typeface="宋体" panose="02010600030101010101" pitchFamily="2" charset="-122"/>
              </a:rPr>
              <a:t> Pytorch2.0</a:t>
            </a:r>
            <a:r>
              <a:rPr lang="zh-CN" altLang="zh-CN" sz="1800" dirty="0">
                <a:effectLst/>
                <a:latin typeface="Times New Roman" panose="02020603050405020304" pitchFamily="18" charset="0"/>
                <a:ea typeface="宋体" panose="02010600030101010101" pitchFamily="2" charset="-122"/>
              </a:rPr>
              <a:t>对数据集进行下载：</a:t>
            </a:r>
          </a:p>
        </p:txBody>
      </p:sp>
      <p:pic>
        <p:nvPicPr>
          <p:cNvPr id="3" name="图片 2">
            <a:extLst>
              <a:ext uri="{FF2B5EF4-FFF2-40B4-BE49-F238E27FC236}">
                <a16:creationId xmlns:a16="http://schemas.microsoft.com/office/drawing/2014/main" id="{5D33937A-B681-4436-A76D-C74D23263898}"/>
              </a:ext>
            </a:extLst>
          </p:cNvPr>
          <p:cNvPicPr>
            <a:picLocks noChangeAspect="1"/>
          </p:cNvPicPr>
          <p:nvPr/>
        </p:nvPicPr>
        <p:blipFill>
          <a:blip r:embed="rId2"/>
          <a:stretch>
            <a:fillRect/>
          </a:stretch>
        </p:blipFill>
        <p:spPr>
          <a:xfrm>
            <a:off x="2627784" y="3878455"/>
            <a:ext cx="5306568" cy="108508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a:extLst>
              <a:ext uri="{FF2B5EF4-FFF2-40B4-BE49-F238E27FC236}">
                <a16:creationId xmlns:a16="http://schemas.microsoft.com/office/drawing/2014/main" id="{91D1B3F1-820A-4856-80E7-28F63833060C}"/>
              </a:ext>
            </a:extLst>
          </p:cNvPr>
          <p:cNvSpPr>
            <a:spLocks noGrp="1" noChangeArrowheads="1"/>
          </p:cNvSpPr>
          <p:nvPr>
            <p:ph type="title"/>
          </p:nvPr>
        </p:nvSpPr>
        <p:spPr/>
        <p:txBody>
          <a:bodyPr/>
          <a:lstStyle/>
          <a:p>
            <a:r>
              <a:rPr lang="en-US" altLang="zh-CN" dirty="0">
                <a:ea typeface="宋体" panose="02010600030101010101" pitchFamily="2" charset="-122"/>
              </a:rPr>
              <a:t>14.2  </a:t>
            </a:r>
            <a:r>
              <a:rPr lang="zh-CN" altLang="en-US" dirty="0">
                <a:ea typeface="宋体" panose="02010600030101010101" pitchFamily="2" charset="-122"/>
              </a:rPr>
              <a:t>语音识别的数据获取与准备</a:t>
            </a:r>
          </a:p>
        </p:txBody>
      </p:sp>
      <p:sp>
        <p:nvSpPr>
          <p:cNvPr id="7171" name="内容占位符 2">
            <a:extLst>
              <a:ext uri="{FF2B5EF4-FFF2-40B4-BE49-F238E27FC236}">
                <a16:creationId xmlns:a16="http://schemas.microsoft.com/office/drawing/2014/main" id="{10A1BC15-4D37-4BB5-92C0-EB32892AD6DC}"/>
              </a:ext>
            </a:extLst>
          </p:cNvPr>
          <p:cNvSpPr>
            <a:spLocks noGrp="1" noChangeArrowheads="1"/>
          </p:cNvSpPr>
          <p:nvPr>
            <p:ph idx="1"/>
          </p:nvPr>
        </p:nvSpPr>
        <p:spPr>
          <a:xfrm>
            <a:off x="457200" y="1600200"/>
            <a:ext cx="8229600" cy="748680"/>
          </a:xfrm>
        </p:spPr>
        <p:txBody>
          <a:bodyPr/>
          <a:lstStyle/>
          <a:p>
            <a:pPr marL="0" indent="0" algn="just">
              <a:lnSpc>
                <a:spcPct val="173000"/>
              </a:lnSpc>
              <a:spcBef>
                <a:spcPts val="1300"/>
              </a:spcBef>
              <a:spcAft>
                <a:spcPts val="1300"/>
              </a:spcAft>
              <a:buNone/>
            </a:pPr>
            <a:r>
              <a:rPr lang="en-US" altLang="zh-CN" sz="1800" b="1" kern="100" dirty="0">
                <a:effectLst/>
                <a:latin typeface="等线" panose="02010600030101010101" pitchFamily="2" charset="-122"/>
                <a:ea typeface="等线" panose="02010600030101010101" pitchFamily="2" charset="-122"/>
              </a:rPr>
              <a:t>14.2.2  </a:t>
            </a:r>
            <a:r>
              <a:rPr lang="zh-CN" altLang="en-US" sz="1800" b="1" kern="100" dirty="0">
                <a:effectLst/>
                <a:latin typeface="等线" panose="02010600030101010101" pitchFamily="2" charset="-122"/>
                <a:ea typeface="等线" panose="02010600030101010101" pitchFamily="2" charset="-122"/>
              </a:rPr>
              <a:t>语音识别编码器模块与代码实现</a:t>
            </a:r>
            <a:endParaRPr lang="zh-CN" altLang="zh-CN" sz="1800" b="1" kern="100" dirty="0">
              <a:effectLst/>
              <a:latin typeface="等线" panose="02010600030101010101" pitchFamily="2" charset="-122"/>
              <a:ea typeface="等线" panose="02010600030101010101" pitchFamily="2" charset="-122"/>
            </a:endParaRPr>
          </a:p>
        </p:txBody>
      </p:sp>
      <p:sp>
        <p:nvSpPr>
          <p:cNvPr id="6" name="文本框 5">
            <a:extLst>
              <a:ext uri="{FF2B5EF4-FFF2-40B4-BE49-F238E27FC236}">
                <a16:creationId xmlns:a16="http://schemas.microsoft.com/office/drawing/2014/main" id="{434E0AD6-63A4-40B8-B298-518930558CA1}"/>
              </a:ext>
            </a:extLst>
          </p:cNvPr>
          <p:cNvSpPr txBox="1"/>
          <p:nvPr/>
        </p:nvSpPr>
        <p:spPr>
          <a:xfrm>
            <a:off x="457200" y="2204864"/>
            <a:ext cx="8435280" cy="923330"/>
          </a:xfrm>
          <a:prstGeom prst="rect">
            <a:avLst/>
          </a:prstGeom>
          <a:noFill/>
        </p:spPr>
        <p:txBody>
          <a:bodyPr wrap="square">
            <a:spAutoFit/>
          </a:bodyPr>
          <a:lstStyle/>
          <a:p>
            <a:pPr algn="just"/>
            <a:r>
              <a:rPr lang="en-US" altLang="zh-CN"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下面开始对深度学习模型进行介绍，通过我们对数据集的的分析可以看到，对于结果构成的数据维度如下</a:t>
            </a:r>
          </a:p>
          <a:p>
            <a:pPr algn="just"/>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pic>
        <p:nvPicPr>
          <p:cNvPr id="5" name="图片 4">
            <a:extLst>
              <a:ext uri="{FF2B5EF4-FFF2-40B4-BE49-F238E27FC236}">
                <a16:creationId xmlns:a16="http://schemas.microsoft.com/office/drawing/2014/main" id="{F5CF6B94-936D-49AC-8D64-EA6B59F1EDCB}"/>
              </a:ext>
            </a:extLst>
          </p:cNvPr>
          <p:cNvPicPr/>
          <p:nvPr/>
        </p:nvPicPr>
        <p:blipFill>
          <a:blip r:embed="rId2"/>
          <a:stretch>
            <a:fillRect/>
          </a:stretch>
        </p:blipFill>
        <p:spPr>
          <a:xfrm>
            <a:off x="5004048" y="2871019"/>
            <a:ext cx="1419225" cy="514350"/>
          </a:xfrm>
          <a:prstGeom prst="rect">
            <a:avLst/>
          </a:prstGeom>
        </p:spPr>
      </p:pic>
      <p:sp>
        <p:nvSpPr>
          <p:cNvPr id="7" name="文本框 6">
            <a:extLst>
              <a:ext uri="{FF2B5EF4-FFF2-40B4-BE49-F238E27FC236}">
                <a16:creationId xmlns:a16="http://schemas.microsoft.com/office/drawing/2014/main" id="{5B584D87-350F-458D-B750-B14BA6355B61}"/>
              </a:ext>
            </a:extLst>
          </p:cNvPr>
          <p:cNvSpPr txBox="1"/>
          <p:nvPr/>
        </p:nvSpPr>
        <p:spPr>
          <a:xfrm>
            <a:off x="432048" y="3907508"/>
            <a:ext cx="8229600" cy="913070"/>
          </a:xfrm>
          <a:prstGeom prst="rect">
            <a:avLst/>
          </a:prstGeom>
          <a:noFill/>
        </p:spPr>
        <p:txBody>
          <a:bodyPr wrap="square">
            <a:spAutoFit/>
          </a:bodyPr>
          <a:lstStyle/>
          <a:p>
            <a:pPr indent="269875" algn="just">
              <a:lnSpc>
                <a:spcPts val="1560"/>
              </a:lnSpc>
            </a:pPr>
            <a:r>
              <a:rPr lang="zh-CN" altLang="zh-CN" sz="1800" dirty="0">
                <a:effectLst/>
                <a:latin typeface="Times New Roman" panose="02020603050405020304" pitchFamily="18" charset="0"/>
                <a:ea typeface="宋体" panose="02010600030101010101" pitchFamily="2" charset="-122"/>
              </a:rPr>
              <a:t>即这里的音频内容被转换为</a:t>
            </a:r>
            <a:r>
              <a:rPr lang="en-US" altLang="zh-CN" sz="1800" dirty="0">
                <a:effectLst/>
                <a:latin typeface="Times New Roman" panose="02020603050405020304" pitchFamily="18" charset="0"/>
                <a:ea typeface="宋体" panose="02010600030101010101" pitchFamily="2" charset="-122"/>
              </a:rPr>
              <a:t>[20,63]</a:t>
            </a:r>
            <a:r>
              <a:rPr lang="zh-CN" altLang="zh-CN" sz="1800" dirty="0">
                <a:effectLst/>
                <a:latin typeface="Times New Roman" panose="02020603050405020304" pitchFamily="18" charset="0"/>
                <a:ea typeface="宋体" panose="02010600030101010101" pitchFamily="2" charset="-122"/>
              </a:rPr>
              <a:t>大小的维度，那么可以简单的将其当成一个序列内容进行处理，而对于序列内容的处理我们在前面已经有了非常多的讲解，而其中最为前沿和优选的是基于注意力模型的编码器，下面作者将采用</a:t>
            </a:r>
            <a:r>
              <a:rPr lang="en-US" altLang="zh-CN" sz="1800" dirty="0">
                <a:effectLst/>
                <a:latin typeface="Times New Roman" panose="02020603050405020304" pitchFamily="18" charset="0"/>
                <a:ea typeface="宋体" panose="02010600030101010101" pitchFamily="2" charset="-122"/>
              </a:rPr>
              <a:t>Attention</a:t>
            </a:r>
            <a:r>
              <a:rPr lang="zh-CN" altLang="zh-CN" sz="1800" dirty="0">
                <a:effectLst/>
                <a:latin typeface="Times New Roman" panose="02020603050405020304" pitchFamily="18" charset="0"/>
                <a:ea typeface="宋体" panose="02010600030101010101" pitchFamily="2" charset="-122"/>
              </a:rPr>
              <a:t>架构建立对应的编码器模块。</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745A5155-4C0E-4875-A83C-1A8E06F7AB06}"/>
              </a:ext>
            </a:extLst>
          </p:cNvPr>
          <p:cNvSpPr>
            <a:spLocks noGrp="1" noChangeArrowheads="1"/>
          </p:cNvSpPr>
          <p:nvPr>
            <p:ph type="title"/>
          </p:nvPr>
        </p:nvSpPr>
        <p:spPr/>
        <p:txBody>
          <a:bodyPr/>
          <a:lstStyle/>
          <a:p>
            <a:r>
              <a:rPr lang="en-US" altLang="zh-CN" dirty="0">
                <a:ea typeface="宋体" panose="02010600030101010101" pitchFamily="2" charset="-122"/>
              </a:rPr>
              <a:t>14.2  </a:t>
            </a:r>
            <a:r>
              <a:rPr lang="zh-CN" altLang="en-US" dirty="0">
                <a:ea typeface="宋体" panose="02010600030101010101" pitchFamily="2" charset="-122"/>
              </a:rPr>
              <a:t>语音识别的数据获取与准备</a:t>
            </a:r>
          </a:p>
        </p:txBody>
      </p:sp>
      <p:sp>
        <p:nvSpPr>
          <p:cNvPr id="8195" name="内容占位符 2">
            <a:extLst>
              <a:ext uri="{FF2B5EF4-FFF2-40B4-BE49-F238E27FC236}">
                <a16:creationId xmlns:a16="http://schemas.microsoft.com/office/drawing/2014/main" id="{B5E2DA13-F23F-4CBA-9201-5E0C984D44CC}"/>
              </a:ext>
            </a:extLst>
          </p:cNvPr>
          <p:cNvSpPr>
            <a:spLocks noGrp="1" noChangeArrowheads="1"/>
          </p:cNvSpPr>
          <p:nvPr>
            <p:ph idx="1"/>
          </p:nvPr>
        </p:nvSpPr>
        <p:spPr>
          <a:xfrm>
            <a:off x="457200" y="1600200"/>
            <a:ext cx="8229600" cy="748680"/>
          </a:xfrm>
        </p:spPr>
        <p:txBody>
          <a:bodyPr/>
          <a:lstStyle/>
          <a:p>
            <a:pPr marL="0" indent="0">
              <a:buNone/>
            </a:pPr>
            <a:r>
              <a:rPr lang="en-US" altLang="zh-CN" sz="1800" b="1" kern="100" dirty="0">
                <a:effectLst/>
                <a:latin typeface="等线" panose="02010600030101010101" pitchFamily="2" charset="-122"/>
                <a:ea typeface="等线" panose="02010600030101010101" pitchFamily="2" charset="-122"/>
              </a:rPr>
              <a:t>14.2.3  </a:t>
            </a:r>
            <a:r>
              <a:rPr lang="zh-CN" altLang="en-US" sz="1800" b="1" kern="100" dirty="0">
                <a:effectLst/>
                <a:latin typeface="等线" panose="02010600030101010101" pitchFamily="2" charset="-122"/>
                <a:ea typeface="等线" panose="02010600030101010101" pitchFamily="2" charset="-122"/>
              </a:rPr>
              <a:t>基于</a:t>
            </a:r>
            <a:r>
              <a:rPr lang="en-US" altLang="zh-CN" sz="1800" b="1" kern="100" dirty="0">
                <a:effectLst/>
                <a:latin typeface="等线" panose="02010600030101010101" pitchFamily="2" charset="-122"/>
                <a:ea typeface="等线" panose="02010600030101010101" pitchFamily="2" charset="-122"/>
              </a:rPr>
              <a:t>Pytorch2.0</a:t>
            </a:r>
            <a:r>
              <a:rPr lang="zh-CN" altLang="en-US" sz="1800" b="1" kern="100" dirty="0">
                <a:effectLst/>
                <a:latin typeface="等线" panose="02010600030101010101" pitchFamily="2" charset="-122"/>
                <a:ea typeface="等线" panose="02010600030101010101" pitchFamily="2" charset="-122"/>
              </a:rPr>
              <a:t>的语音识别模型</a:t>
            </a:r>
            <a:endParaRPr lang="zh-CN" altLang="en-US" dirty="0">
              <a:ea typeface="宋体" panose="02010600030101010101" pitchFamily="2" charset="-122"/>
            </a:endParaRPr>
          </a:p>
        </p:txBody>
      </p:sp>
      <p:sp>
        <p:nvSpPr>
          <p:cNvPr id="9" name="文本框 8">
            <a:extLst>
              <a:ext uri="{FF2B5EF4-FFF2-40B4-BE49-F238E27FC236}">
                <a16:creationId xmlns:a16="http://schemas.microsoft.com/office/drawing/2014/main" id="{DB0297EE-9ED2-469A-9F0A-CBDBA22F3C79}"/>
              </a:ext>
            </a:extLst>
          </p:cNvPr>
          <p:cNvSpPr txBox="1"/>
          <p:nvPr/>
        </p:nvSpPr>
        <p:spPr>
          <a:xfrm>
            <a:off x="457200" y="2132856"/>
            <a:ext cx="8579296" cy="1200329"/>
          </a:xfrm>
          <a:prstGeom prst="rect">
            <a:avLst/>
          </a:prstGeom>
          <a:noFill/>
        </p:spPr>
        <p:txBody>
          <a:bodyPr wrap="square">
            <a:spAutoFit/>
          </a:bodyPr>
          <a:lstStyle/>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下面需要做的就是建立基于</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Pytorch2.0</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的语音识别模型，经过作者上文的分析，可以看到不同的语音经过特征抽取后被转换为一维的序列结构，而对于序列结构的分析，可以使用注意力为核心建立对应的识别模型 。</a:t>
            </a:r>
          </a:p>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完整代码如下所示：</a:t>
            </a:r>
          </a:p>
        </p:txBody>
      </p:sp>
      <p:pic>
        <p:nvPicPr>
          <p:cNvPr id="3" name="图片 2">
            <a:extLst>
              <a:ext uri="{FF2B5EF4-FFF2-40B4-BE49-F238E27FC236}">
                <a16:creationId xmlns:a16="http://schemas.microsoft.com/office/drawing/2014/main" id="{5B7AF945-5410-498C-A3CB-0125F49C7230}"/>
              </a:ext>
            </a:extLst>
          </p:cNvPr>
          <p:cNvPicPr>
            <a:picLocks noChangeAspect="1"/>
          </p:cNvPicPr>
          <p:nvPr/>
        </p:nvPicPr>
        <p:blipFill>
          <a:blip r:embed="rId2"/>
          <a:stretch>
            <a:fillRect/>
          </a:stretch>
        </p:blipFill>
        <p:spPr>
          <a:xfrm>
            <a:off x="2987824" y="3532431"/>
            <a:ext cx="5306568" cy="18592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a:extLst>
              <a:ext uri="{FF2B5EF4-FFF2-40B4-BE49-F238E27FC236}">
                <a16:creationId xmlns:a16="http://schemas.microsoft.com/office/drawing/2014/main" id="{51746900-0E63-4A5B-8B44-0FB00DB18505}"/>
              </a:ext>
            </a:extLst>
          </p:cNvPr>
          <p:cNvSpPr>
            <a:spLocks noGrp="1" noChangeArrowheads="1"/>
          </p:cNvSpPr>
          <p:nvPr>
            <p:ph type="title"/>
          </p:nvPr>
        </p:nvSpPr>
        <p:spPr/>
        <p:txBody>
          <a:bodyPr/>
          <a:lstStyle/>
          <a:p>
            <a:r>
              <a:rPr lang="en-US" altLang="zh-CN" dirty="0">
                <a:ea typeface="宋体" panose="02010600030101010101" pitchFamily="2" charset="-122"/>
              </a:rPr>
              <a:t>14.2  </a:t>
            </a:r>
            <a:r>
              <a:rPr lang="zh-CN" altLang="en-US" dirty="0">
                <a:ea typeface="宋体" panose="02010600030101010101" pitchFamily="2" charset="-122"/>
              </a:rPr>
              <a:t>语音识别的数据获取与准备</a:t>
            </a:r>
          </a:p>
        </p:txBody>
      </p:sp>
      <p:sp>
        <p:nvSpPr>
          <p:cNvPr id="9219" name="内容占位符 2">
            <a:extLst>
              <a:ext uri="{FF2B5EF4-FFF2-40B4-BE49-F238E27FC236}">
                <a16:creationId xmlns:a16="http://schemas.microsoft.com/office/drawing/2014/main" id="{E198C888-D07A-4D76-B0CC-4FD7DD06F5D3}"/>
              </a:ext>
            </a:extLst>
          </p:cNvPr>
          <p:cNvSpPr>
            <a:spLocks noGrp="1" noChangeArrowheads="1"/>
          </p:cNvSpPr>
          <p:nvPr>
            <p:ph idx="1"/>
          </p:nvPr>
        </p:nvSpPr>
        <p:spPr>
          <a:xfrm>
            <a:off x="457200" y="1600200"/>
            <a:ext cx="8229600" cy="748680"/>
          </a:xfrm>
        </p:spPr>
        <p:txBody>
          <a:bodyPr/>
          <a:lstStyle/>
          <a:p>
            <a:pPr marL="0" indent="0" algn="just">
              <a:lnSpc>
                <a:spcPct val="173000"/>
              </a:lnSpc>
              <a:spcBef>
                <a:spcPts val="1300"/>
              </a:spcBef>
              <a:spcAft>
                <a:spcPts val="1300"/>
              </a:spcAft>
              <a:buNone/>
            </a:pPr>
            <a:r>
              <a:rPr lang="en-US" altLang="zh-CN" sz="1800" b="1" kern="100" dirty="0">
                <a:effectLst/>
                <a:latin typeface="等线" panose="02010600030101010101" pitchFamily="2" charset="-122"/>
                <a:ea typeface="等线" panose="02010600030101010101" pitchFamily="2" charset="-122"/>
              </a:rPr>
              <a:t>14.2.4  </a:t>
            </a:r>
            <a:r>
              <a:rPr lang="zh-CN" altLang="en-US" sz="1800" b="1" kern="100" dirty="0">
                <a:effectLst/>
                <a:latin typeface="等线" panose="02010600030101010101" pitchFamily="2" charset="-122"/>
                <a:ea typeface="等线" panose="02010600030101010101" pitchFamily="2" charset="-122"/>
              </a:rPr>
              <a:t>基于</a:t>
            </a:r>
            <a:r>
              <a:rPr lang="en-US" altLang="zh-CN" sz="1800" b="1" kern="100" dirty="0">
                <a:effectLst/>
                <a:latin typeface="等线" panose="02010600030101010101" pitchFamily="2" charset="-122"/>
                <a:ea typeface="等线" panose="02010600030101010101" pitchFamily="2" charset="-122"/>
              </a:rPr>
              <a:t>Pytorch2.0</a:t>
            </a:r>
            <a:r>
              <a:rPr lang="zh-CN" altLang="en-US" sz="1800" b="1" kern="100" dirty="0">
                <a:effectLst/>
                <a:latin typeface="等线" panose="02010600030101010101" pitchFamily="2" charset="-122"/>
                <a:ea typeface="等线" panose="02010600030101010101" pitchFamily="2" charset="-122"/>
              </a:rPr>
              <a:t>的语音识别实战</a:t>
            </a:r>
            <a:endParaRPr lang="zh-CN" altLang="zh-CN" sz="1800" b="1" kern="100" dirty="0">
              <a:effectLst/>
              <a:latin typeface="等线" panose="02010600030101010101" pitchFamily="2" charset="-122"/>
              <a:ea typeface="等线" panose="02010600030101010101" pitchFamily="2" charset="-122"/>
            </a:endParaRPr>
          </a:p>
        </p:txBody>
      </p:sp>
      <p:sp>
        <p:nvSpPr>
          <p:cNvPr id="9" name="文本框 8">
            <a:extLst>
              <a:ext uri="{FF2B5EF4-FFF2-40B4-BE49-F238E27FC236}">
                <a16:creationId xmlns:a16="http://schemas.microsoft.com/office/drawing/2014/main" id="{9AE23D7B-FE11-48BB-B126-2DFA8388CC54}"/>
              </a:ext>
            </a:extLst>
          </p:cNvPr>
          <p:cNvSpPr txBox="1"/>
          <p:nvPr/>
        </p:nvSpPr>
        <p:spPr>
          <a:xfrm>
            <a:off x="475134" y="2636912"/>
            <a:ext cx="8129314" cy="646331"/>
          </a:xfrm>
          <a:prstGeom prst="rect">
            <a:avLst/>
          </a:prstGeom>
          <a:noFill/>
        </p:spPr>
        <p:txBody>
          <a:bodyPr wrap="square">
            <a:spAutoFit/>
          </a:bodyPr>
          <a:lstStyle/>
          <a:p>
            <a:pPr indent="266700" algn="just"/>
            <a:r>
              <a:rPr lang="zh-CN" altLang="zh-CN" sz="1800" dirty="0">
                <a:effectLst/>
                <a:ea typeface="等线" panose="02010600030101010101" pitchFamily="2" charset="-122"/>
                <a:cs typeface="Times New Roman" panose="02020603050405020304" pitchFamily="18" charset="0"/>
              </a:rPr>
              <a:t>在上面介绍完数据集与模型的基本组成后，下面开始进入本章的实战部分，即语音识别实战。相信读者在经过以上分析，能够很简单的完成此部分内容。</a:t>
            </a:r>
            <a:endPar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endParaRPr>
          </a:p>
        </p:txBody>
      </p:sp>
      <p:pic>
        <p:nvPicPr>
          <p:cNvPr id="3" name="图片 2">
            <a:extLst>
              <a:ext uri="{FF2B5EF4-FFF2-40B4-BE49-F238E27FC236}">
                <a16:creationId xmlns:a16="http://schemas.microsoft.com/office/drawing/2014/main" id="{2628486D-A0AD-4657-B8A2-7D605D6CD6C8}"/>
              </a:ext>
            </a:extLst>
          </p:cNvPr>
          <p:cNvPicPr>
            <a:picLocks noChangeAspect="1"/>
          </p:cNvPicPr>
          <p:nvPr/>
        </p:nvPicPr>
        <p:blipFill>
          <a:blip r:embed="rId2"/>
          <a:stretch>
            <a:fillRect/>
          </a:stretch>
        </p:blipFill>
        <p:spPr>
          <a:xfrm>
            <a:off x="3131840" y="3645024"/>
            <a:ext cx="5306568" cy="170535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a:extLst>
              <a:ext uri="{FF2B5EF4-FFF2-40B4-BE49-F238E27FC236}">
                <a16:creationId xmlns:a16="http://schemas.microsoft.com/office/drawing/2014/main" id="{FB95364B-5624-4BF4-8322-518CE02672BE}"/>
              </a:ext>
            </a:extLst>
          </p:cNvPr>
          <p:cNvSpPr>
            <a:spLocks noGrp="1" noChangeArrowheads="1"/>
          </p:cNvSpPr>
          <p:nvPr>
            <p:ph type="title"/>
          </p:nvPr>
        </p:nvSpPr>
        <p:spPr/>
        <p:txBody>
          <a:bodyPr/>
          <a:lstStyle/>
          <a:p>
            <a:r>
              <a:rPr lang="en-US" altLang="zh-CN" dirty="0">
                <a:ea typeface="宋体" panose="02010600030101010101" pitchFamily="2" charset="-122"/>
              </a:rPr>
              <a:t>14.3 </a:t>
            </a:r>
            <a:r>
              <a:rPr lang="zh-CN" altLang="en-US" dirty="0">
                <a:ea typeface="宋体" panose="02010600030101010101" pitchFamily="2" charset="-122"/>
              </a:rPr>
              <a:t>本章小结</a:t>
            </a:r>
          </a:p>
        </p:txBody>
      </p:sp>
      <p:sp>
        <p:nvSpPr>
          <p:cNvPr id="10" name="文本框 9">
            <a:extLst>
              <a:ext uri="{FF2B5EF4-FFF2-40B4-BE49-F238E27FC236}">
                <a16:creationId xmlns:a16="http://schemas.microsoft.com/office/drawing/2014/main" id="{91F25074-1485-4665-B32A-5D437A91CFFC}"/>
              </a:ext>
            </a:extLst>
          </p:cNvPr>
          <p:cNvSpPr txBox="1"/>
          <p:nvPr/>
        </p:nvSpPr>
        <p:spPr>
          <a:xfrm>
            <a:off x="575556" y="1628800"/>
            <a:ext cx="7992888" cy="1485022"/>
          </a:xfrm>
          <a:prstGeom prst="rect">
            <a:avLst/>
          </a:prstGeom>
          <a:noFill/>
        </p:spPr>
        <p:txBody>
          <a:bodyPr wrap="square">
            <a:spAutoFit/>
          </a:bodyPr>
          <a:lstStyle/>
          <a:p>
            <a:pPr indent="269875" algn="just">
              <a:lnSpc>
                <a:spcPts val="1560"/>
              </a:lnSpc>
            </a:pPr>
            <a:r>
              <a:rPr lang="en-US" altLang="zh-CN" sz="1800" dirty="0">
                <a:effectLst/>
                <a:latin typeface="Times New Roman" panose="02020603050405020304" pitchFamily="18" charset="0"/>
                <a:ea typeface="宋体" panose="02010600030101010101" pitchFamily="2" charset="-122"/>
              </a:rPr>
              <a:t>	</a:t>
            </a:r>
            <a:r>
              <a:rPr lang="zh-CN" altLang="zh-CN" sz="1800" dirty="0">
                <a:effectLst/>
                <a:latin typeface="Times New Roman" panose="02020603050405020304" pitchFamily="18" charset="0"/>
                <a:ea typeface="宋体" panose="02010600030101010101" pitchFamily="2" charset="-122"/>
              </a:rPr>
              <a:t>去创建你自己的小助手吧，相信读者学完本章会对语音识别基础有了一个初步的了解。本章虽然只基于</a:t>
            </a:r>
            <a:r>
              <a:rPr lang="en-US" altLang="zh-CN" sz="1800" dirty="0">
                <a:effectLst/>
                <a:latin typeface="Times New Roman" panose="02020603050405020304" pitchFamily="18" charset="0"/>
                <a:ea typeface="宋体" panose="02010600030101010101" pitchFamily="2" charset="-122"/>
              </a:rPr>
              <a:t>Pytorch2.0</a:t>
            </a:r>
            <a:r>
              <a:rPr lang="zh-CN" altLang="zh-CN" sz="1800" dirty="0">
                <a:effectLst/>
                <a:latin typeface="Times New Roman" panose="02020603050405020304" pitchFamily="18" charset="0"/>
                <a:ea typeface="宋体" panose="02010600030101010101" pitchFamily="2" charset="-122"/>
              </a:rPr>
              <a:t>完成的语音识别的实战部分，但是重要的是向读者介绍了如何将一段语音转化成梅尔矩阵之后对其进行处理的方法，这是语音识别的基础内容。语音识别是深度学习的一个研究方向，也是热点之一。希望本章可以帮助读者熟悉此部分内容，从而在后续的此方向学习中</a:t>
            </a:r>
          </a:p>
          <a:p>
            <a:pPr marL="342900" lvl="0" indent="-342900" algn="just">
              <a:buFont typeface="+mj-lt"/>
              <a:buAutoNum type="arabicPeriod"/>
            </a:pPr>
            <a:endPar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142348740"/>
      </p:ext>
    </p:extLst>
  </p:cSld>
  <p:clrMapOvr>
    <a:masterClrMapping/>
  </p:clrMapOvr>
</p:sld>
</file>

<file path=ppt/theme/theme1.xml><?xml version="1.0" encoding="utf-8"?>
<a:theme xmlns:a="http://schemas.openxmlformats.org/drawingml/2006/main" name="Tema de Office">
  <a:themeElements>
    <a:clrScheme name="Tema de Offic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Tema de Office">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Tema de Offic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157255437</TotalTime>
  <Pages>0</Pages>
  <Words>715</Words>
  <Characters>0</Characters>
  <Application>Microsoft Office PowerPoint</Application>
  <DocSecurity>0</DocSecurity>
  <PresentationFormat>全屏显示(4:3)</PresentationFormat>
  <Lines>0</Lines>
  <Paragraphs>29</Paragraphs>
  <Slides>7</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7</vt:i4>
      </vt:variant>
    </vt:vector>
  </HeadingPairs>
  <TitlesOfParts>
    <vt:vector size="14" baseType="lpstr">
      <vt:lpstr>等线</vt:lpstr>
      <vt:lpstr>宋体</vt:lpstr>
      <vt:lpstr>Arial</vt:lpstr>
      <vt:lpstr>Calibri</vt:lpstr>
      <vt:lpstr>Times New Roman</vt:lpstr>
      <vt:lpstr>Wingdings</vt:lpstr>
      <vt:lpstr>Tema de Office</vt:lpstr>
      <vt:lpstr>第14章 创建你自己的小精灵-基于MFCC的语音唤醒实战</vt:lpstr>
      <vt:lpstr>14.1  语音识别的理论基础——MFCC</vt:lpstr>
      <vt:lpstr>14.2  语音识别的数据获取与准备</vt:lpstr>
      <vt:lpstr>14.2  语音识别的数据获取与准备</vt:lpstr>
      <vt:lpstr>14.2  语音识别的数据获取与准备</vt:lpstr>
      <vt:lpstr>14.2  语音识别的数据获取与准备</vt:lpstr>
      <vt:lpstr>14.3 本章小结</vt:lpstr>
    </vt:vector>
  </TitlesOfParts>
  <Manager/>
  <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subject/>
  <dc:creator>Design</dc:creator>
  <cp:keywords/>
  <dc:description/>
  <cp:lastModifiedBy>lenovo</cp:lastModifiedBy>
  <cp:revision>59</cp:revision>
  <cp:lastPrinted>1899-12-30T00:00:00Z</cp:lastPrinted>
  <dcterms:created xsi:type="dcterms:W3CDTF">2010-05-18T15:49:44Z</dcterms:created>
  <dcterms:modified xsi:type="dcterms:W3CDTF">2023-07-26T06:40:52Z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2052-8.1.0.2988</vt:lpwstr>
  </property>
</Properties>
</file>